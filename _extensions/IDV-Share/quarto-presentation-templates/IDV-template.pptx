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99BD7-623F-4809-B01E-CFB7750E2573}" v="22" dt="2026-02-06T17:45:59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CHER MATTEO (IDV Group)" userId="db0184d6-40e4-497e-a5fe-b974eecd6a99" providerId="ADAL" clId="{C0C99BD7-623F-4809-B01E-CFB7750E2573}"/>
    <pc:docChg chg="undo custSel modMainMaster">
      <pc:chgData name="LARCHER MATTEO (IDV Group)" userId="db0184d6-40e4-497e-a5fe-b974eecd6a99" providerId="ADAL" clId="{C0C99BD7-623F-4809-B01E-CFB7750E2573}" dt="2026-02-06T17:45:59.007" v="36"/>
      <pc:docMkLst>
        <pc:docMk/>
      </pc:docMkLst>
      <pc:sldMasterChg chg="modSldLayout">
        <pc:chgData name="LARCHER MATTEO (IDV Group)" userId="db0184d6-40e4-497e-a5fe-b974eecd6a99" providerId="ADAL" clId="{C0C99BD7-623F-4809-B01E-CFB7750E2573}" dt="2026-02-06T17:45:59.007" v="36"/>
        <pc:sldMasterMkLst>
          <pc:docMk/>
          <pc:sldMasterMk cId="3676200875" sldId="2147483648"/>
        </pc:sldMasterMkLst>
        <pc:sldLayoutChg chg="addSp delSp modSp mod">
          <pc:chgData name="LARCHER MATTEO (IDV Group)" userId="db0184d6-40e4-497e-a5fe-b974eecd6a99" providerId="ADAL" clId="{C0C99BD7-623F-4809-B01E-CFB7750E2573}" dt="2026-02-06T17:45:12.721" v="26" actId="14100"/>
          <pc:sldLayoutMkLst>
            <pc:docMk/>
            <pc:sldMasterMk cId="3676200875" sldId="2147483648"/>
            <pc:sldLayoutMk cId="1444357513" sldId="2147483649"/>
          </pc:sldLayoutMkLst>
          <pc:spChg chg="mod">
            <ac:chgData name="LARCHER MATTEO (IDV Group)" userId="db0184d6-40e4-497e-a5fe-b974eecd6a99" providerId="ADAL" clId="{C0C99BD7-623F-4809-B01E-CFB7750E2573}" dt="2026-02-06T17:42:33.779" v="12" actId="1076"/>
            <ac:spMkLst>
              <pc:docMk/>
              <pc:sldMasterMk cId="3676200875" sldId="2147483648"/>
              <pc:sldLayoutMk cId="1444357513" sldId="2147483649"/>
              <ac:spMk id="2" creationId="{00000000-0000-0000-0000-000000000000}"/>
            </ac:spMkLst>
          </pc:spChg>
          <pc:spChg chg="mod">
            <ac:chgData name="LARCHER MATTEO (IDV Group)" userId="db0184d6-40e4-497e-a5fe-b974eecd6a99" providerId="ADAL" clId="{C0C99BD7-623F-4809-B01E-CFB7750E2573}" dt="2026-02-06T17:45:12.721" v="26" actId="14100"/>
            <ac:spMkLst>
              <pc:docMk/>
              <pc:sldMasterMk cId="3676200875" sldId="2147483648"/>
              <pc:sldLayoutMk cId="1444357513" sldId="2147483649"/>
              <ac:spMk id="3" creationId="{00000000-0000-0000-0000-000000000000}"/>
            </ac:spMkLst>
          </pc:spChg>
          <pc:spChg chg="del">
            <ac:chgData name="LARCHER MATTEO (IDV Group)" userId="db0184d6-40e4-497e-a5fe-b974eecd6a99" providerId="ADAL" clId="{C0C99BD7-623F-4809-B01E-CFB7750E2573}" dt="2026-02-06T17:41:10.073" v="5"/>
            <ac:spMkLst>
              <pc:docMk/>
              <pc:sldMasterMk cId="3676200875" sldId="2147483648"/>
              <pc:sldLayoutMk cId="1444357513" sldId="2147483649"/>
              <ac:spMk id="4" creationId="{00000000-0000-0000-0000-000000000000}"/>
            </ac:spMkLst>
          </pc:spChg>
          <pc:spChg chg="del">
            <ac:chgData name="LARCHER MATTEO (IDV Group)" userId="db0184d6-40e4-497e-a5fe-b974eecd6a99" providerId="ADAL" clId="{C0C99BD7-623F-4809-B01E-CFB7750E2573}" dt="2026-02-06T17:41:10.073" v="5"/>
            <ac:spMkLst>
              <pc:docMk/>
              <pc:sldMasterMk cId="3676200875" sldId="2147483648"/>
              <pc:sldLayoutMk cId="1444357513" sldId="2147483649"/>
              <ac:spMk id="5" creationId="{00000000-0000-0000-0000-000000000000}"/>
            </ac:spMkLst>
          </pc:spChg>
          <pc:spChg chg="del">
            <ac:chgData name="LARCHER MATTEO (IDV Group)" userId="db0184d6-40e4-497e-a5fe-b974eecd6a99" providerId="ADAL" clId="{C0C99BD7-623F-4809-B01E-CFB7750E2573}" dt="2026-02-06T17:41:10.073" v="5"/>
            <ac:spMkLst>
              <pc:docMk/>
              <pc:sldMasterMk cId="3676200875" sldId="2147483648"/>
              <pc:sldLayoutMk cId="1444357513" sldId="2147483649"/>
              <ac:spMk id="6" creationId="{00000000-0000-0000-0000-000000000000}"/>
            </ac:spMkLst>
          </pc:spChg>
          <pc:spChg chg="add mod">
            <ac:chgData name="LARCHER MATTEO (IDV Group)" userId="db0184d6-40e4-497e-a5fe-b974eecd6a99" providerId="ADAL" clId="{C0C99BD7-623F-4809-B01E-CFB7750E2573}" dt="2026-02-06T17:45:10.050" v="25" actId="1076"/>
            <ac:spMkLst>
              <pc:docMk/>
              <pc:sldMasterMk cId="3676200875" sldId="2147483648"/>
              <pc:sldLayoutMk cId="1444357513" sldId="2147483649"/>
              <ac:spMk id="9" creationId="{4BFA3EBE-83EC-4EBA-3DAD-E0074B847E12}"/>
            </ac:spMkLst>
          </pc:spChg>
          <pc:spChg chg="add del mod">
            <ac:chgData name="LARCHER MATTEO (IDV Group)" userId="db0184d6-40e4-497e-a5fe-b974eecd6a99" providerId="ADAL" clId="{C0C99BD7-623F-4809-B01E-CFB7750E2573}" dt="2026-02-06T17:44:32.914" v="19" actId="478"/>
            <ac:spMkLst>
              <pc:docMk/>
              <pc:sldMasterMk cId="3676200875" sldId="2147483648"/>
              <pc:sldLayoutMk cId="1444357513" sldId="2147483649"/>
              <ac:spMk id="10" creationId="{6E1EC0DB-291D-DAE9-003B-8B6CF64C6288}"/>
            </ac:spMkLst>
          </pc:spChg>
          <pc:spChg chg="add del mod">
            <ac:chgData name="LARCHER MATTEO (IDV Group)" userId="db0184d6-40e4-497e-a5fe-b974eecd6a99" providerId="ADAL" clId="{C0C99BD7-623F-4809-B01E-CFB7750E2573}" dt="2026-02-06T17:44:06.848" v="18" actId="478"/>
            <ac:spMkLst>
              <pc:docMk/>
              <pc:sldMasterMk cId="3676200875" sldId="2147483648"/>
              <pc:sldLayoutMk cId="1444357513" sldId="2147483649"/>
              <ac:spMk id="11" creationId="{02019779-0363-34D6-8D24-0A2863C37F12}"/>
            </ac:spMkLst>
          </pc:spChg>
          <pc:picChg chg="add mod ord">
            <ac:chgData name="LARCHER MATTEO (IDV Group)" userId="db0184d6-40e4-497e-a5fe-b974eecd6a99" providerId="ADAL" clId="{C0C99BD7-623F-4809-B01E-CFB7750E2573}" dt="2026-02-06T17:40:22.796" v="3" actId="167"/>
            <ac:picMkLst>
              <pc:docMk/>
              <pc:sldMasterMk cId="3676200875" sldId="2147483648"/>
              <pc:sldLayoutMk cId="1444357513" sldId="2147483649"/>
              <ac:picMk id="7" creationId="{039934DE-4A81-B7B8-CD24-AC8CD7D96717}"/>
            </ac:picMkLst>
          </pc:picChg>
          <pc:picChg chg="add mod">
            <ac:chgData name="LARCHER MATTEO (IDV Group)" userId="db0184d6-40e4-497e-a5fe-b974eecd6a99" providerId="ADAL" clId="{C0C99BD7-623F-4809-B01E-CFB7750E2573}" dt="2026-02-06T17:40:48.750" v="4"/>
            <ac:picMkLst>
              <pc:docMk/>
              <pc:sldMasterMk cId="3676200875" sldId="2147483648"/>
              <pc:sldLayoutMk cId="1444357513" sldId="2147483649"/>
              <ac:picMk id="8" creationId="{D98A3467-0E59-77A6-E42B-DB47A9E0E1C4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46.630" v="27"/>
          <pc:sldLayoutMkLst>
            <pc:docMk/>
            <pc:sldMasterMk cId="3676200875" sldId="2147483648"/>
            <pc:sldLayoutMk cId="338346009" sldId="2147483650"/>
          </pc:sldLayoutMkLst>
          <pc:picChg chg="add mod">
            <ac:chgData name="LARCHER MATTEO (IDV Group)" userId="db0184d6-40e4-497e-a5fe-b974eecd6a99" providerId="ADAL" clId="{C0C99BD7-623F-4809-B01E-CFB7750E2573}" dt="2026-02-06T17:45:46.630" v="27"/>
            <ac:picMkLst>
              <pc:docMk/>
              <pc:sldMasterMk cId="3676200875" sldId="2147483648"/>
              <pc:sldLayoutMk cId="338346009" sldId="2147483650"/>
              <ac:picMk id="7" creationId="{E7FBFC1A-2344-302B-88C1-FB55A00AF135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49.301" v="28"/>
          <pc:sldLayoutMkLst>
            <pc:docMk/>
            <pc:sldMasterMk cId="3676200875" sldId="2147483648"/>
            <pc:sldLayoutMk cId="1073069076" sldId="2147483651"/>
          </pc:sldLayoutMkLst>
          <pc:picChg chg="add mod">
            <ac:chgData name="LARCHER MATTEO (IDV Group)" userId="db0184d6-40e4-497e-a5fe-b974eecd6a99" providerId="ADAL" clId="{C0C99BD7-623F-4809-B01E-CFB7750E2573}" dt="2026-02-06T17:45:49.301" v="28"/>
            <ac:picMkLst>
              <pc:docMk/>
              <pc:sldMasterMk cId="3676200875" sldId="2147483648"/>
              <pc:sldLayoutMk cId="1073069076" sldId="2147483651"/>
              <ac:picMk id="7" creationId="{2F592AEA-F43C-987C-9BD0-931D64DE4729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0.165" v="29"/>
          <pc:sldLayoutMkLst>
            <pc:docMk/>
            <pc:sldMasterMk cId="3676200875" sldId="2147483648"/>
            <pc:sldLayoutMk cId="2619886245" sldId="2147483652"/>
          </pc:sldLayoutMkLst>
          <pc:picChg chg="add mod">
            <ac:chgData name="LARCHER MATTEO (IDV Group)" userId="db0184d6-40e4-497e-a5fe-b974eecd6a99" providerId="ADAL" clId="{C0C99BD7-623F-4809-B01E-CFB7750E2573}" dt="2026-02-06T17:45:50.165" v="29"/>
            <ac:picMkLst>
              <pc:docMk/>
              <pc:sldMasterMk cId="3676200875" sldId="2147483648"/>
              <pc:sldLayoutMk cId="2619886245" sldId="2147483652"/>
              <ac:picMk id="8" creationId="{CD74F472-ED90-FA2B-4006-829600825EE4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1.441" v="30"/>
          <pc:sldLayoutMkLst>
            <pc:docMk/>
            <pc:sldMasterMk cId="3676200875" sldId="2147483648"/>
            <pc:sldLayoutMk cId="2535793967" sldId="2147483653"/>
          </pc:sldLayoutMkLst>
          <pc:picChg chg="add mod">
            <ac:chgData name="LARCHER MATTEO (IDV Group)" userId="db0184d6-40e4-497e-a5fe-b974eecd6a99" providerId="ADAL" clId="{C0C99BD7-623F-4809-B01E-CFB7750E2573}" dt="2026-02-06T17:45:51.441" v="30"/>
            <ac:picMkLst>
              <pc:docMk/>
              <pc:sldMasterMk cId="3676200875" sldId="2147483648"/>
              <pc:sldLayoutMk cId="2535793967" sldId="2147483653"/>
              <ac:picMk id="10" creationId="{BD982A6E-D2E8-41D3-E9FB-01F91796D9B3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2.943" v="31"/>
          <pc:sldLayoutMkLst>
            <pc:docMk/>
            <pc:sldMasterMk cId="3676200875" sldId="2147483648"/>
            <pc:sldLayoutMk cId="3472721253" sldId="2147483654"/>
          </pc:sldLayoutMkLst>
          <pc:picChg chg="add mod">
            <ac:chgData name="LARCHER MATTEO (IDV Group)" userId="db0184d6-40e4-497e-a5fe-b974eecd6a99" providerId="ADAL" clId="{C0C99BD7-623F-4809-B01E-CFB7750E2573}" dt="2026-02-06T17:45:52.943" v="31"/>
            <ac:picMkLst>
              <pc:docMk/>
              <pc:sldMasterMk cId="3676200875" sldId="2147483648"/>
              <pc:sldLayoutMk cId="3472721253" sldId="2147483654"/>
              <ac:picMk id="6" creationId="{D8BC7CF0-7A31-8DCD-4DD4-5B9472A502F1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3.947" v="32"/>
          <pc:sldLayoutMkLst>
            <pc:docMk/>
            <pc:sldMasterMk cId="3676200875" sldId="2147483648"/>
            <pc:sldLayoutMk cId="2130901097" sldId="2147483655"/>
          </pc:sldLayoutMkLst>
          <pc:picChg chg="add mod">
            <ac:chgData name="LARCHER MATTEO (IDV Group)" userId="db0184d6-40e4-497e-a5fe-b974eecd6a99" providerId="ADAL" clId="{C0C99BD7-623F-4809-B01E-CFB7750E2573}" dt="2026-02-06T17:45:53.947" v="32"/>
            <ac:picMkLst>
              <pc:docMk/>
              <pc:sldMasterMk cId="3676200875" sldId="2147483648"/>
              <pc:sldLayoutMk cId="2130901097" sldId="2147483655"/>
              <ac:picMk id="5" creationId="{B263CF5B-14B1-066B-F1BB-1EB6A8E7378E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5.268" v="33"/>
          <pc:sldLayoutMkLst>
            <pc:docMk/>
            <pc:sldMasterMk cId="3676200875" sldId="2147483648"/>
            <pc:sldLayoutMk cId="3540895647" sldId="2147483656"/>
          </pc:sldLayoutMkLst>
          <pc:picChg chg="add mod">
            <ac:chgData name="LARCHER MATTEO (IDV Group)" userId="db0184d6-40e4-497e-a5fe-b974eecd6a99" providerId="ADAL" clId="{C0C99BD7-623F-4809-B01E-CFB7750E2573}" dt="2026-02-06T17:45:55.268" v="33"/>
            <ac:picMkLst>
              <pc:docMk/>
              <pc:sldMasterMk cId="3676200875" sldId="2147483648"/>
              <pc:sldLayoutMk cId="3540895647" sldId="2147483656"/>
              <ac:picMk id="8" creationId="{69D4ED92-3295-1EFA-C2DB-DBFBC3391A1A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6.429" v="34"/>
          <pc:sldLayoutMkLst>
            <pc:docMk/>
            <pc:sldMasterMk cId="3676200875" sldId="2147483648"/>
            <pc:sldLayoutMk cId="3566899855" sldId="2147483657"/>
          </pc:sldLayoutMkLst>
          <pc:picChg chg="add mod">
            <ac:chgData name="LARCHER MATTEO (IDV Group)" userId="db0184d6-40e4-497e-a5fe-b974eecd6a99" providerId="ADAL" clId="{C0C99BD7-623F-4809-B01E-CFB7750E2573}" dt="2026-02-06T17:45:56.429" v="34"/>
            <ac:picMkLst>
              <pc:docMk/>
              <pc:sldMasterMk cId="3676200875" sldId="2147483648"/>
              <pc:sldLayoutMk cId="3566899855" sldId="2147483657"/>
              <ac:picMk id="8" creationId="{DF159495-3C15-CE1D-8EC6-B358901EA245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7.605" v="35"/>
          <pc:sldLayoutMkLst>
            <pc:docMk/>
            <pc:sldMasterMk cId="3676200875" sldId="2147483648"/>
            <pc:sldLayoutMk cId="313914798" sldId="2147483658"/>
          </pc:sldLayoutMkLst>
          <pc:picChg chg="add mod">
            <ac:chgData name="LARCHER MATTEO (IDV Group)" userId="db0184d6-40e4-497e-a5fe-b974eecd6a99" providerId="ADAL" clId="{C0C99BD7-623F-4809-B01E-CFB7750E2573}" dt="2026-02-06T17:45:57.605" v="35"/>
            <ac:picMkLst>
              <pc:docMk/>
              <pc:sldMasterMk cId="3676200875" sldId="2147483648"/>
              <pc:sldLayoutMk cId="313914798" sldId="2147483658"/>
              <ac:picMk id="7" creationId="{FEAF1249-5CA6-1C75-FF62-751F9954769E}"/>
            </ac:picMkLst>
          </pc:picChg>
        </pc:sldLayoutChg>
        <pc:sldLayoutChg chg="addSp modSp">
          <pc:chgData name="LARCHER MATTEO (IDV Group)" userId="db0184d6-40e4-497e-a5fe-b974eecd6a99" providerId="ADAL" clId="{C0C99BD7-623F-4809-B01E-CFB7750E2573}" dt="2026-02-06T17:45:59.007" v="36"/>
          <pc:sldLayoutMkLst>
            <pc:docMk/>
            <pc:sldMasterMk cId="3676200875" sldId="2147483648"/>
            <pc:sldLayoutMk cId="2581529045" sldId="2147483659"/>
          </pc:sldLayoutMkLst>
          <pc:picChg chg="add mod">
            <ac:chgData name="LARCHER MATTEO (IDV Group)" userId="db0184d6-40e4-497e-a5fe-b974eecd6a99" providerId="ADAL" clId="{C0C99BD7-623F-4809-B01E-CFB7750E2573}" dt="2026-02-06T17:45:59.007" v="36"/>
            <ac:picMkLst>
              <pc:docMk/>
              <pc:sldMasterMk cId="3676200875" sldId="2147483648"/>
              <pc:sldLayoutMk cId="2581529045" sldId="2147483659"/>
              <ac:picMk id="7" creationId="{55E2D420-7738-D442-843C-00E874CD79E9}"/>
            </ac:picMkLst>
          </pc:picChg>
        </pc:sldLayoutChg>
        <pc:sldLayoutChg chg="addSp delSp modSp mod">
          <pc:chgData name="LARCHER MATTEO (IDV Group)" userId="db0184d6-40e4-497e-a5fe-b974eecd6a99" providerId="ADAL" clId="{C0C99BD7-623F-4809-B01E-CFB7750E2573}" dt="2026-02-06T17:42:05.970" v="10"/>
          <pc:sldLayoutMkLst>
            <pc:docMk/>
            <pc:sldMasterMk cId="3676200875" sldId="2147483648"/>
            <pc:sldLayoutMk cId="4137214070" sldId="2147483660"/>
          </pc:sldLayoutMkLst>
          <pc:spChg chg="add del mod">
            <ac:chgData name="LARCHER MATTEO (IDV Group)" userId="db0184d6-40e4-497e-a5fe-b974eecd6a99" providerId="ADAL" clId="{C0C99BD7-623F-4809-B01E-CFB7750E2573}" dt="2026-02-06T17:42:05.970" v="10"/>
            <ac:spMkLst>
              <pc:docMk/>
              <pc:sldMasterMk cId="3676200875" sldId="2147483648"/>
              <pc:sldLayoutMk cId="4137214070" sldId="2147483660"/>
              <ac:spMk id="2" creationId="{EAA74236-09F4-9D46-3E2B-862BFB7B46A5}"/>
            </ac:spMkLst>
          </pc:spChg>
          <pc:picChg chg="mod">
            <ac:chgData name="LARCHER MATTEO (IDV Group)" userId="db0184d6-40e4-497e-a5fe-b974eecd6a99" providerId="ADAL" clId="{C0C99BD7-623F-4809-B01E-CFB7750E2573}" dt="2026-02-06T17:40:09.769" v="1" actId="1076"/>
            <ac:picMkLst>
              <pc:docMk/>
              <pc:sldMasterMk cId="3676200875" sldId="2147483648"/>
              <pc:sldLayoutMk cId="4137214070" sldId="2147483660"/>
              <ac:picMk id="3" creationId="{FC6C7C79-02BF-1849-94F5-B7E8B62BAD5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2">
            <a:extLst>
              <a:ext uri="{FF2B5EF4-FFF2-40B4-BE49-F238E27FC236}">
                <a16:creationId xmlns:a16="http://schemas.microsoft.com/office/drawing/2014/main" id="{039934DE-4A81-B7B8-CD24-AC8CD7D967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5982" y="1905320"/>
            <a:ext cx="4163439" cy="885673"/>
          </a:xfrm>
        </p:spPr>
        <p:txBody>
          <a:bodyPr>
            <a:normAutofit/>
          </a:bodyPr>
          <a:lstStyle>
            <a:lvl1pPr>
              <a:defRPr lang="en-US" sz="2500" b="1" i="0" kern="1200" cap="all" spc="-50" baseline="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5982" y="2793391"/>
            <a:ext cx="4163439" cy="643716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b="0" i="0" kern="1200" cap="all" spc="-50" baseline="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Elemento grafico 11">
            <a:extLst>
              <a:ext uri="{FF2B5EF4-FFF2-40B4-BE49-F238E27FC236}">
                <a16:creationId xmlns:a16="http://schemas.microsoft.com/office/drawing/2014/main" id="{D98A3467-0E59-77A6-E42B-DB47A9E0E1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FA3EBE-83EC-4EBA-3DAD-E0074B84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4101" y="4081699"/>
            <a:ext cx="2133600" cy="273844"/>
          </a:xfrm>
        </p:spPr>
        <p:txBody>
          <a:bodyPr/>
          <a:lstStyle>
            <a:lvl1pPr>
              <a:defRPr lang="en-US" smtClean="0"/>
            </a:lvl1pPr>
          </a:lstStyle>
          <a:p>
            <a:fld id="{241EB5C9-1307-BA42-ABA2-0BC069CD8E7F}" type="datetimeFigureOut">
              <a:rPr lang="en-US" smtClean="0"/>
              <a:pPr/>
              <a:t>2/6/2026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Elemento grafico 11">
            <a:extLst>
              <a:ext uri="{FF2B5EF4-FFF2-40B4-BE49-F238E27FC236}">
                <a16:creationId xmlns:a16="http://schemas.microsoft.com/office/drawing/2014/main" id="{E7FBFC1A-2344-302B-88C1-FB55A00AF1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Elemento grafico 11">
            <a:extLst>
              <a:ext uri="{FF2B5EF4-FFF2-40B4-BE49-F238E27FC236}">
                <a16:creationId xmlns:a16="http://schemas.microsoft.com/office/drawing/2014/main" id="{2F592AEA-F43C-987C-9BD0-931D64DE4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Elemento grafico 11">
            <a:extLst>
              <a:ext uri="{FF2B5EF4-FFF2-40B4-BE49-F238E27FC236}">
                <a16:creationId xmlns:a16="http://schemas.microsoft.com/office/drawing/2014/main" id="{CD74F472-ED90-FA2B-4006-829600825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Elemento grafico 11">
            <a:extLst>
              <a:ext uri="{FF2B5EF4-FFF2-40B4-BE49-F238E27FC236}">
                <a16:creationId xmlns:a16="http://schemas.microsoft.com/office/drawing/2014/main" id="{BD982A6E-D2E8-41D3-E9FB-01F91796D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Elemento grafico 11">
            <a:extLst>
              <a:ext uri="{FF2B5EF4-FFF2-40B4-BE49-F238E27FC236}">
                <a16:creationId xmlns:a16="http://schemas.microsoft.com/office/drawing/2014/main" id="{D8BC7CF0-7A31-8DCD-4DD4-5B9472A50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Elemento grafico 11">
            <a:extLst>
              <a:ext uri="{FF2B5EF4-FFF2-40B4-BE49-F238E27FC236}">
                <a16:creationId xmlns:a16="http://schemas.microsoft.com/office/drawing/2014/main" id="{B263CF5B-14B1-066B-F1BB-1EB6A8E737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Elemento grafico 11">
            <a:extLst>
              <a:ext uri="{FF2B5EF4-FFF2-40B4-BE49-F238E27FC236}">
                <a16:creationId xmlns:a16="http://schemas.microsoft.com/office/drawing/2014/main" id="{69D4ED92-3295-1EFA-C2DB-DBFBC3391A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Elemento grafico 11">
            <a:extLst>
              <a:ext uri="{FF2B5EF4-FFF2-40B4-BE49-F238E27FC236}">
                <a16:creationId xmlns:a16="http://schemas.microsoft.com/office/drawing/2014/main" id="{DF159495-3C15-CE1D-8EC6-B358901EA2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Elemento grafico 11">
            <a:extLst>
              <a:ext uri="{FF2B5EF4-FFF2-40B4-BE49-F238E27FC236}">
                <a16:creationId xmlns:a16="http://schemas.microsoft.com/office/drawing/2014/main" id="{FEAF1249-5CA6-1C75-FF62-751F995476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Elemento grafico 11">
            <a:extLst>
              <a:ext uri="{FF2B5EF4-FFF2-40B4-BE49-F238E27FC236}">
                <a16:creationId xmlns:a16="http://schemas.microsoft.com/office/drawing/2014/main" id="{55E2D420-7738-D442-843C-00E874CD7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388988b-4d1e-4dd8-9be1-c24250b79f5d}" enabled="1" method="Standard" siteId="{8c5c6269-8307-4f2e-959c-df03fffca4b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LARCHER MATTEO (IDV Group)</cp:lastModifiedBy>
  <cp:revision>5</cp:revision>
  <dcterms:created xsi:type="dcterms:W3CDTF">2017-06-05T14:10:58Z</dcterms:created>
  <dcterms:modified xsi:type="dcterms:W3CDTF">2026-02-06T17:46:04Z</dcterms:modified>
</cp:coreProperties>
</file>