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olors2.xml" ContentType="application/vnd.ms-office.chartcolorstyle+xml"/>
  <Override PartName="/ppt/charts/style2.xml" ContentType="application/vnd.ms-office.chartstyle+xml"/>
  <Override PartName="/ppt/charts/chart3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harts/chart2.xml" ContentType="application/vnd.openxmlformats-officedocument.drawingml.chart+xml"/>
  <Override PartName="/ppt/charts/chart1.xml" ContentType="application/vnd.openxmlformats-officedocument.drawingml.chart+xml"/>
  <Override PartName="/ppt/theme/theme1.xml" ContentType="application/vnd.openxmlformats-officedocument.them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6" r:id="rId1"/>
  </p:sldMasterIdLst>
  <p:notesMasterIdLst>
    <p:notesMasterId r:id="rId24"/>
  </p:notesMasterIdLst>
  <p:sldIdLst>
    <p:sldId id="2145704615" r:id="rId2"/>
    <p:sldId id="2145704612" r:id="rId3"/>
    <p:sldId id="2145704606" r:id="rId4"/>
    <p:sldId id="2145704587" r:id="rId5"/>
    <p:sldId id="2145704602" r:id="rId6"/>
    <p:sldId id="2145704603" r:id="rId7"/>
    <p:sldId id="2145704605" r:id="rId8"/>
    <p:sldId id="2145704607" r:id="rId9"/>
    <p:sldId id="2145704593" r:id="rId10"/>
    <p:sldId id="2145704594" r:id="rId11"/>
    <p:sldId id="2145704595" r:id="rId12"/>
    <p:sldId id="2145704596" r:id="rId13"/>
    <p:sldId id="2145704608" r:id="rId14"/>
    <p:sldId id="2145704598" r:id="rId15"/>
    <p:sldId id="2145704599" r:id="rId16"/>
    <p:sldId id="320" r:id="rId17"/>
    <p:sldId id="302" r:id="rId18"/>
    <p:sldId id="2145704614" r:id="rId19"/>
    <p:sldId id="303" r:id="rId20"/>
    <p:sldId id="2145704613" r:id="rId21"/>
    <p:sldId id="305" r:id="rId22"/>
    <p:sldId id="2145704601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5E58C583-B6B0-4648-9EAA-5A21F8C49240}">
          <p14:sldIdLst>
            <p14:sldId id="2145704615"/>
            <p14:sldId id="2145704612"/>
            <p14:sldId id="2145704606"/>
            <p14:sldId id="2145704587"/>
            <p14:sldId id="2145704602"/>
            <p14:sldId id="2145704603"/>
            <p14:sldId id="2145704605"/>
            <p14:sldId id="2145704607"/>
            <p14:sldId id="2145704593"/>
            <p14:sldId id="2145704594"/>
            <p14:sldId id="2145704595"/>
            <p14:sldId id="2145704596"/>
            <p14:sldId id="2145704608"/>
            <p14:sldId id="2145704598"/>
            <p14:sldId id="2145704599"/>
            <p14:sldId id="320"/>
          </p14:sldIdLst>
        </p14:section>
        <p14:section name="Alternative" id="{C01A3498-3061-495D-A7A1-BB9322C636F5}">
          <p14:sldIdLst>
            <p14:sldId id="302"/>
            <p14:sldId id="2145704614"/>
            <p14:sldId id="303"/>
            <p14:sldId id="2145704613"/>
            <p14:sldId id="305"/>
            <p14:sldId id="21457046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507" userDrawn="1">
          <p15:clr>
            <a:srgbClr val="A4A3A4"/>
          </p15:clr>
        </p15:guide>
        <p15:guide id="4" orient="horz" pos="1756" userDrawn="1">
          <p15:clr>
            <a:srgbClr val="A4A3A4"/>
          </p15:clr>
        </p15:guide>
        <p15:guide id="5" orient="horz" pos="259" userDrawn="1">
          <p15:clr>
            <a:srgbClr val="A4A3A4"/>
          </p15:clr>
        </p15:guide>
        <p15:guide id="6" orient="horz" pos="2573" userDrawn="1">
          <p15:clr>
            <a:srgbClr val="A4A3A4"/>
          </p15:clr>
        </p15:guide>
        <p15:guide id="7" pos="11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BIERI Alessia  (Iveco Group)" initials="BA(G" lastIdx="1" clrIdx="0">
    <p:extLst>
      <p:ext uri="{19B8F6BF-5375-455C-9EA6-DF929625EA0E}">
        <p15:presenceInfo xmlns:p15="http://schemas.microsoft.com/office/powerpoint/2012/main" userId="S::alessia.barbieri@cnhind.com::74a36f50-0c48-4302-a117-9460a93dabe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CE"/>
    <a:srgbClr val="273D4E"/>
    <a:srgbClr val="1E3846"/>
    <a:srgbClr val="000000"/>
    <a:srgbClr val="1C3541"/>
    <a:srgbClr val="344C98"/>
    <a:srgbClr val="3D5D89"/>
    <a:srgbClr val="1D1D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01" autoAdjust="0"/>
    <p:restoredTop sz="86187" autoAdjust="0"/>
  </p:normalViewPr>
  <p:slideViewPr>
    <p:cSldViewPr snapToGrid="0" snapToObjects="1" showGuides="1">
      <p:cViewPr>
        <p:scale>
          <a:sx n="160" d="100"/>
          <a:sy n="160" d="100"/>
        </p:scale>
        <p:origin x="2664" y="336"/>
      </p:cViewPr>
      <p:guideLst>
        <p:guide orient="horz" pos="1620"/>
        <p:guide pos="2880"/>
        <p:guide orient="horz" pos="1507"/>
        <p:guide orient="horz" pos="1756"/>
        <p:guide orient="horz" pos="259"/>
        <p:guide orient="horz" pos="2573"/>
        <p:guide pos="11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5" d="100"/>
        <a:sy n="9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oglio_di_lavoro_di_Microsoft_Excel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997529837536336"/>
          <c:y val="0.14449110443529689"/>
          <c:w val="0.56919251507706692"/>
          <c:h val="0.74615689147159747"/>
        </c:manualLayout>
      </c:layout>
      <c:doughnutChart>
        <c:varyColors val="1"/>
        <c:ser>
          <c:idx val="0"/>
          <c:order val="0"/>
          <c:tx>
            <c:strRef>
              <c:f>Foglio1!$B$1</c:f>
              <c:strCache>
                <c:ptCount val="1"/>
                <c:pt idx="0">
                  <c:v>Vendite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0A1-A247-A624-ECC79B68EDCC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0A1-A247-A624-ECC79B68EDCC}"/>
              </c:ext>
            </c:extLst>
          </c:dPt>
          <c:dPt>
            <c:idx val="2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0A1-A247-A624-ECC79B68EDCC}"/>
              </c:ext>
            </c:extLst>
          </c:dPt>
          <c:dPt>
            <c:idx val="3"/>
            <c:bubble3D val="0"/>
            <c:spPr>
              <a:solidFill>
                <a:srgbClr val="273D4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0A1-A247-A624-ECC79B68EDCC}"/>
              </c:ext>
            </c:extLst>
          </c:dPt>
          <c:dPt>
            <c:idx val="4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0A1-A247-A624-ECC79B68EDCC}"/>
              </c:ext>
            </c:extLst>
          </c:dPt>
          <c:dPt>
            <c:idx val="5"/>
            <c:bubble3D val="0"/>
            <c:spPr>
              <a:solidFill>
                <a:schemeClr val="accent1">
                  <a:shade val="53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50A1-A247-A624-ECC79B68EDCC}"/>
              </c:ext>
            </c:extLst>
          </c:dPt>
          <c:dPt>
            <c:idx val="6"/>
            <c:bubble3D val="0"/>
            <c:spPr>
              <a:solidFill>
                <a:schemeClr val="accent1">
                  <a:shade val="53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50A1-A247-A624-ECC79B68EDCC}"/>
              </c:ext>
            </c:extLst>
          </c:dPt>
          <c:dPt>
            <c:idx val="7"/>
            <c:bubble3D val="0"/>
            <c:spPr>
              <a:solidFill>
                <a:schemeClr val="accent1">
                  <a:shade val="53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50A1-A247-A624-ECC79B68EDCC}"/>
              </c:ext>
            </c:extLst>
          </c:dPt>
          <c:cat>
            <c:numRef>
              <c:f>Foglio1!$A$2:$A$6</c:f>
              <c:numCache>
                <c:formatCode>General</c:formatCode>
                <c:ptCount val="5"/>
              </c:numCache>
            </c:numRef>
          </c:cat>
          <c:val>
            <c:numRef>
              <c:f>Foglio1!$B$2:$B$6</c:f>
              <c:numCache>
                <c:formatCode>General</c:formatCode>
                <c:ptCount val="5"/>
                <c:pt idx="0">
                  <c:v>60</c:v>
                </c:pt>
                <c:pt idx="1">
                  <c:v>1</c:v>
                </c:pt>
                <c:pt idx="2">
                  <c:v>20</c:v>
                </c:pt>
                <c:pt idx="3">
                  <c:v>10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50A1-A247-A624-ECC79B68ED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0" cap="flat" cmpd="sng" algn="ctr">
      <a:noFill/>
      <a:prstDash val="solid"/>
      <a:round/>
    </a:ln>
    <a:effectLst/>
  </c:spPr>
  <c:txPr>
    <a:bodyPr/>
    <a:lstStyle/>
    <a:p>
      <a:pPr>
        <a:defRPr sz="1800"/>
      </a:pPr>
      <a:endParaRPr lang="it-IT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249368686242767"/>
          <c:y val="8.2944177169283678E-2"/>
          <c:w val="0.56919251507706692"/>
          <c:h val="0.746156891471597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Vendite</c:v>
                </c:pt>
              </c:strCache>
            </c:strRef>
          </c:tx>
          <c:spPr>
            <a:solidFill>
              <a:srgbClr val="273D4E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40E6-B944-B2AE-044E464967B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0E6-B944-B2AE-044E464967B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40E6-B944-B2AE-044E464967B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0E6-B944-B2AE-044E464967B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40E6-B944-B2AE-044E464967B3}"/>
              </c:ext>
            </c:extLst>
          </c:dPt>
          <c:dPt>
            <c:idx val="6"/>
            <c:invertIfNegative val="0"/>
            <c:bubble3D val="0"/>
            <c:spPr>
              <a:solidFill>
                <a:srgbClr val="273D4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40E6-B944-B2AE-044E464967B3}"/>
              </c:ext>
            </c:extLst>
          </c:dPt>
          <c:dPt>
            <c:idx val="7"/>
            <c:invertIfNegative val="0"/>
            <c:bubble3D val="0"/>
            <c:spPr>
              <a:solidFill>
                <a:srgbClr val="273D4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40E6-B944-B2AE-044E464967B3}"/>
              </c:ext>
            </c:extLst>
          </c:dPt>
          <c:cat>
            <c:numRef>
              <c:f>Foglio1!$A$2:$A$6</c:f>
              <c:numCache>
                <c:formatCode>General</c:formatCode>
                <c:ptCount val="5"/>
              </c:numCache>
            </c:numRef>
          </c:cat>
          <c:val>
            <c:numRef>
              <c:f>Foglio1!$B$2:$B$6</c:f>
              <c:numCache>
                <c:formatCode>General</c:formatCode>
                <c:ptCount val="5"/>
                <c:pt idx="0">
                  <c:v>60</c:v>
                </c:pt>
                <c:pt idx="1">
                  <c:v>1</c:v>
                </c:pt>
                <c:pt idx="2">
                  <c:v>20</c:v>
                </c:pt>
                <c:pt idx="3">
                  <c:v>10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0E6-B944-B2AE-044E464967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395962528"/>
        <c:axId val="395963184"/>
      </c:barChart>
      <c:catAx>
        <c:axId val="39596252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395963184"/>
        <c:crosses val="autoZero"/>
        <c:auto val="1"/>
        <c:lblAlgn val="ctr"/>
        <c:lblOffset val="100"/>
        <c:noMultiLvlLbl val="0"/>
      </c:catAx>
      <c:valAx>
        <c:axId val="395963184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it-IT"/>
          </a:p>
        </c:txPr>
        <c:crossAx val="395962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0" cap="flat" cmpd="sng" algn="ctr">
      <a:noFill/>
      <a:prstDash val="solid"/>
      <a:round/>
    </a:ln>
    <a:effectLst/>
  </c:spPr>
  <c:txPr>
    <a:bodyPr/>
    <a:lstStyle/>
    <a:p>
      <a:pPr>
        <a:defRPr sz="1800"/>
      </a:pPr>
      <a:endParaRPr lang="it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9649596211850935"/>
          <c:y val="6.9598909780886301E-2"/>
          <c:w val="0.56919251507706692"/>
          <c:h val="0.746156891471597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Vendite</c:v>
                </c:pt>
              </c:strCache>
            </c:strRef>
          </c:tx>
          <c:spPr>
            <a:solidFill>
              <a:srgbClr val="273D4E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4F0A-5644-A7C6-E9ACD068B79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F0A-5644-A7C6-E9ACD068B79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4F0A-5644-A7C6-E9ACD068B79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F0A-5644-A7C6-E9ACD068B79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4F0A-5644-A7C6-E9ACD068B79D}"/>
              </c:ext>
            </c:extLst>
          </c:dPt>
          <c:dPt>
            <c:idx val="6"/>
            <c:invertIfNegative val="0"/>
            <c:bubble3D val="0"/>
            <c:spPr>
              <a:solidFill>
                <a:srgbClr val="273D4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4F0A-5644-A7C6-E9ACD068B79D}"/>
              </c:ext>
            </c:extLst>
          </c:dPt>
          <c:dPt>
            <c:idx val="7"/>
            <c:invertIfNegative val="0"/>
            <c:bubble3D val="0"/>
            <c:spPr>
              <a:solidFill>
                <a:srgbClr val="273D4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4F0A-5644-A7C6-E9ACD068B79D}"/>
              </c:ext>
            </c:extLst>
          </c:dPt>
          <c:cat>
            <c:numRef>
              <c:f>Foglio1!$A$2:$A$6</c:f>
              <c:numCache>
                <c:formatCode>General</c:formatCode>
                <c:ptCount val="5"/>
              </c:numCache>
            </c:numRef>
          </c:cat>
          <c:val>
            <c:numRef>
              <c:f>Foglio1!$B$2:$B$6</c:f>
              <c:numCache>
                <c:formatCode>General</c:formatCode>
                <c:ptCount val="5"/>
                <c:pt idx="0">
                  <c:v>60</c:v>
                </c:pt>
                <c:pt idx="1">
                  <c:v>1</c:v>
                </c:pt>
                <c:pt idx="2">
                  <c:v>20</c:v>
                </c:pt>
                <c:pt idx="3">
                  <c:v>10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F0A-5644-A7C6-E9ACD068B7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395962528"/>
        <c:axId val="395963184"/>
      </c:barChart>
      <c:catAx>
        <c:axId val="3959625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395963184"/>
        <c:crosses val="autoZero"/>
        <c:auto val="1"/>
        <c:lblAlgn val="ctr"/>
        <c:lblOffset val="100"/>
        <c:noMultiLvlLbl val="0"/>
      </c:catAx>
      <c:valAx>
        <c:axId val="395963184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it-IT"/>
          </a:p>
        </c:txPr>
        <c:crossAx val="395962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0" cap="flat" cmpd="sng" algn="ctr">
      <a:noFill/>
      <a:prstDash val="solid"/>
      <a:round/>
    </a:ln>
    <a:effectLst/>
  </c:spPr>
  <c:txPr>
    <a:bodyPr/>
    <a:lstStyle/>
    <a:p>
      <a:pPr>
        <a:defRPr sz="1800"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108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 mods="ignoreCSTransforms">
      <cs:styleClr val="0">
        <a:shade val="25000"/>
      </cs:styl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 mods="ignoreCSTransforms">
      <cs:styleClr val="0">
        <a:tint val="25000"/>
      </cs:styl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8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 mods="ignoreCSTransforms">
      <cs:styleClr val="0">
        <a:shade val="25000"/>
      </cs:styl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 mods="ignoreCSTransforms">
      <cs:styleClr val="0">
        <a:tint val="25000"/>
      </cs:styl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C85E69-2ED1-447E-92A9-804D67E52217}" type="datetimeFigureOut">
              <a:rPr lang="it-IT" smtClean="0"/>
              <a:t>27/05/22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2434B8-55B8-4974-843D-52D806CCAB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521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434B8-55B8-4974-843D-52D806CCAB47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9091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LA «D» IN PRIMO PIANO SOPRA ALL’IMMAGINE</a:t>
            </a:r>
          </a:p>
        </p:txBody>
      </p:sp>
      <p:sp>
        <p:nvSpPr>
          <p:cNvPr id="4" name="Segnaposto intestazion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8C581-B9C3-A242-81A5-9005A3ECAA60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6365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LA «D» IN PRIMO PIANO SOPRA ALL’IMMAGINE</a:t>
            </a:r>
          </a:p>
        </p:txBody>
      </p:sp>
      <p:sp>
        <p:nvSpPr>
          <p:cNvPr id="4" name="Segnaposto intestazion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8C581-B9C3-A242-81A5-9005A3ECAA60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0522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LA «D» IN PRIMO PIANO SOPRA ALL’IMMAGINE</a:t>
            </a:r>
          </a:p>
        </p:txBody>
      </p:sp>
      <p:sp>
        <p:nvSpPr>
          <p:cNvPr id="4" name="Segnaposto intestazion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8C581-B9C3-A242-81A5-9005A3ECAA60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9410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434B8-55B8-4974-843D-52D806CCAB47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9050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434B8-55B8-4974-843D-52D806CCAB47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5962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434B8-55B8-4974-843D-52D806CCAB47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9564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434B8-55B8-4974-843D-52D806CCAB47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7087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434B8-55B8-4974-843D-52D806CCAB47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3068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ALTERNATIVA AL TITOLO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434B8-55B8-4974-843D-52D806CCAB47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54101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IMG IN BACKGR CON TUTTI I VEICOLI / CLIENTE / TITOLO E SOTTOTITOLO IN MAIUSCOLO - DISCLAIMER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434B8-55B8-4974-843D-52D806CCAB47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62549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ALTERNATIVA AL TITOLO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434B8-55B8-4974-843D-52D806CCAB47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22967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ALTERNATIVA AL TITOLO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434B8-55B8-4974-843D-52D806CCAB47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70089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ALTERNATIVA AL TITOLO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434B8-55B8-4974-843D-52D806CCAB47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52136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434B8-55B8-4974-843D-52D806CCAB47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6880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3.svg"/><Relationship Id="rId4" Type="http://schemas.openxmlformats.org/officeDocument/2006/relationships/image" Target="../media/image12.svg"/><Relationship Id="rId9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svg"/><Relationship Id="rId5" Type="http://schemas.openxmlformats.org/officeDocument/2006/relationships/image" Target="../media/image18.png"/><Relationship Id="rId4" Type="http://schemas.openxmlformats.org/officeDocument/2006/relationships/image" Target="../media/image12.sv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svg"/><Relationship Id="rId5" Type="http://schemas.openxmlformats.org/officeDocument/2006/relationships/image" Target="../media/image18.png"/><Relationship Id="rId4" Type="http://schemas.openxmlformats.org/officeDocument/2006/relationships/image" Target="../media/image12.sv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3.svg"/><Relationship Id="rId4" Type="http://schemas.openxmlformats.org/officeDocument/2006/relationships/image" Target="../media/image12.svg"/><Relationship Id="rId9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.sv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16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.sv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1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.sv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1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.sv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1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22.svg"/><Relationship Id="rId7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24.svg"/><Relationship Id="rId7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6.svg"/><Relationship Id="rId7" Type="http://schemas.microsoft.com/office/2007/relationships/hdphoto" Target="../media/hdphoto1.wdp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C6C7C79-02BF-1849-94F5-B7E8B62BAD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Segnaposto testo 20">
            <a:extLst>
              <a:ext uri="{FF2B5EF4-FFF2-40B4-BE49-F238E27FC236}">
                <a16:creationId xmlns:a16="http://schemas.microsoft.com/office/drawing/2014/main" id="{C53BB199-1CF3-7446-BAC9-926294E567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8800" y="2163600"/>
            <a:ext cx="3868463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500" b="1" i="0" cap="all" spc="-50" baseline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Title </a:t>
            </a:r>
            <a:r>
              <a:rPr lang="it-IT" dirty="0" err="1"/>
              <a:t>presentation</a:t>
            </a:r>
            <a:endParaRPr lang="en-GB" dirty="0"/>
          </a:p>
        </p:txBody>
      </p:sp>
      <p:sp>
        <p:nvSpPr>
          <p:cNvPr id="22" name="Segnaposto testo 20">
            <a:extLst>
              <a:ext uri="{FF2B5EF4-FFF2-40B4-BE49-F238E27FC236}">
                <a16:creationId xmlns:a16="http://schemas.microsoft.com/office/drawing/2014/main" id="{CC8592EE-8C79-C24E-B152-8AFE7A5F7E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59571" y="2631668"/>
            <a:ext cx="3868463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 cap="all" spc="-50" baseline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Subtitle</a:t>
            </a:r>
            <a:endParaRPr lang="en-GB" dirty="0"/>
          </a:p>
        </p:txBody>
      </p:sp>
      <p:sp>
        <p:nvSpPr>
          <p:cNvPr id="23" name="Segnaposto testo 20">
            <a:extLst>
              <a:ext uri="{FF2B5EF4-FFF2-40B4-BE49-F238E27FC236}">
                <a16:creationId xmlns:a16="http://schemas.microsoft.com/office/drawing/2014/main" id="{987058DE-1104-A145-B4A7-6C7F7D58F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8800" y="3905362"/>
            <a:ext cx="5887728" cy="461962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1000"/>
              </a:lnSpc>
              <a:spcBef>
                <a:spcPts val="150"/>
              </a:spcBef>
              <a:buNone/>
              <a:defRPr sz="1000" b="0" i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City, Data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637856C-1E7A-F44B-BC6A-24D8B0CF83DB}"/>
              </a:ext>
            </a:extLst>
          </p:cNvPr>
          <p:cNvSpPr/>
          <p:nvPr userDrawn="1"/>
        </p:nvSpPr>
        <p:spPr>
          <a:xfrm>
            <a:off x="928800" y="4769573"/>
            <a:ext cx="364320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500" b="0" baseline="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</a:t>
            </a:r>
            <a:b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use of this work without express written consent is strictly prohibited.</a:t>
            </a:r>
            <a:endParaRPr lang="it-IT" sz="500" b="0" baseline="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5BEFD1B3-EEDF-FE4D-88FC-420A6EFAE5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9571" y="4355543"/>
            <a:ext cx="14859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24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49">
          <p15:clr>
            <a:srgbClr val="FBAE40"/>
          </p15:clr>
        </p15:guide>
        <p15:guide id="4" orient="horz" pos="3026">
          <p15:clr>
            <a:srgbClr val="FBAE40"/>
          </p15:clr>
        </p15:guide>
        <p15:guide id="5" pos="551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5AAC73A5-ABDB-6F40-9F1A-59E348A4E9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Segnaposto testo 20">
            <a:extLst>
              <a:ext uri="{FF2B5EF4-FFF2-40B4-BE49-F238E27FC236}">
                <a16:creationId xmlns:a16="http://schemas.microsoft.com/office/drawing/2014/main" id="{C53BB199-1CF3-7446-BAC9-926294E567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8800" y="2163600"/>
            <a:ext cx="3868463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500" b="1" i="0" cap="all" spc="-50" baseline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Title </a:t>
            </a:r>
            <a:r>
              <a:rPr lang="it-IT" dirty="0" err="1"/>
              <a:t>presentation</a:t>
            </a:r>
            <a:endParaRPr lang="en-GB" dirty="0"/>
          </a:p>
        </p:txBody>
      </p:sp>
      <p:sp>
        <p:nvSpPr>
          <p:cNvPr id="22" name="Segnaposto testo 20">
            <a:extLst>
              <a:ext uri="{FF2B5EF4-FFF2-40B4-BE49-F238E27FC236}">
                <a16:creationId xmlns:a16="http://schemas.microsoft.com/office/drawing/2014/main" id="{CC8592EE-8C79-C24E-B152-8AFE7A5F7E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59571" y="2631668"/>
            <a:ext cx="3868463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 cap="all" spc="-50" baseline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Subtitle</a:t>
            </a:r>
            <a:endParaRPr lang="en-GB" dirty="0"/>
          </a:p>
        </p:txBody>
      </p:sp>
      <p:sp>
        <p:nvSpPr>
          <p:cNvPr id="23" name="Segnaposto testo 20">
            <a:extLst>
              <a:ext uri="{FF2B5EF4-FFF2-40B4-BE49-F238E27FC236}">
                <a16:creationId xmlns:a16="http://schemas.microsoft.com/office/drawing/2014/main" id="{987058DE-1104-A145-B4A7-6C7F7D58F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8800" y="3905362"/>
            <a:ext cx="5887728" cy="461962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1000"/>
              </a:lnSpc>
              <a:spcBef>
                <a:spcPts val="150"/>
              </a:spcBef>
              <a:buNone/>
              <a:defRPr sz="1000" b="0" i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City, Data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637856C-1E7A-F44B-BC6A-24D8B0CF83DB}"/>
              </a:ext>
            </a:extLst>
          </p:cNvPr>
          <p:cNvSpPr/>
          <p:nvPr userDrawn="1"/>
        </p:nvSpPr>
        <p:spPr>
          <a:xfrm>
            <a:off x="928800" y="4769573"/>
            <a:ext cx="364320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500" b="0" baseline="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</a:t>
            </a:r>
            <a:b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use of this work without express written consent is strictly prohibited.</a:t>
            </a:r>
            <a:endParaRPr lang="it-IT" sz="500" b="0" baseline="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B26E1FDC-CF72-F941-BAA1-BF07CCCFB08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9571" y="4355543"/>
            <a:ext cx="14859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85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49">
          <p15:clr>
            <a:srgbClr val="FBAE40"/>
          </p15:clr>
        </p15:guide>
        <p15:guide id="4" orient="horz" pos="3026">
          <p15:clr>
            <a:srgbClr val="FBAE40"/>
          </p15:clr>
        </p15:guide>
        <p15:guide id="5" pos="551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0C13DCB5-60B2-094A-9DE0-7B23F4E3A4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Segnaposto testo 20">
            <a:extLst>
              <a:ext uri="{FF2B5EF4-FFF2-40B4-BE49-F238E27FC236}">
                <a16:creationId xmlns:a16="http://schemas.microsoft.com/office/drawing/2014/main" id="{5029374D-6360-734F-80CC-BDB9636E79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8800" y="2163600"/>
            <a:ext cx="3868463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500" b="1" i="0" cap="all" spc="-50" baseline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Title </a:t>
            </a:r>
            <a:r>
              <a:rPr lang="it-IT" dirty="0" err="1"/>
              <a:t>presentation</a:t>
            </a:r>
            <a:endParaRPr lang="en-GB" dirty="0"/>
          </a:p>
        </p:txBody>
      </p:sp>
      <p:sp>
        <p:nvSpPr>
          <p:cNvPr id="11" name="Segnaposto testo 20">
            <a:extLst>
              <a:ext uri="{FF2B5EF4-FFF2-40B4-BE49-F238E27FC236}">
                <a16:creationId xmlns:a16="http://schemas.microsoft.com/office/drawing/2014/main" id="{9F9385B6-889E-9C4B-B560-171AC78F3A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59571" y="2631668"/>
            <a:ext cx="3868463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 cap="all" spc="-50" baseline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Subtitle</a:t>
            </a:r>
            <a:endParaRPr lang="en-GB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DFF56DE7-FBCF-7148-A012-C4C017DB944D}"/>
              </a:ext>
            </a:extLst>
          </p:cNvPr>
          <p:cNvSpPr/>
          <p:nvPr userDrawn="1"/>
        </p:nvSpPr>
        <p:spPr>
          <a:xfrm>
            <a:off x="928800" y="4769573"/>
            <a:ext cx="364320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500" b="0" baseline="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</a:t>
            </a:r>
            <a:b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use of this work without express written consent is strictly prohibited.</a:t>
            </a:r>
            <a:endParaRPr lang="it-IT" sz="500" b="0" baseline="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egnaposto testo 20">
            <a:extLst>
              <a:ext uri="{FF2B5EF4-FFF2-40B4-BE49-F238E27FC236}">
                <a16:creationId xmlns:a16="http://schemas.microsoft.com/office/drawing/2014/main" id="{69212E5A-1B56-0B43-9511-13D9C497AB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8800" y="3905362"/>
            <a:ext cx="5887728" cy="461962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1000"/>
              </a:lnSpc>
              <a:spcBef>
                <a:spcPts val="150"/>
              </a:spcBef>
              <a:buNone/>
              <a:defRPr sz="1000" b="0" i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City, Data</a:t>
            </a:r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92B83373-7E7F-CF48-9571-E540F22E89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9571" y="4355543"/>
            <a:ext cx="14859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50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49">
          <p15:clr>
            <a:srgbClr val="FBAE40"/>
          </p15:clr>
        </p15:guide>
        <p15:guide id="4" orient="horz" pos="3026">
          <p15:clr>
            <a:srgbClr val="FBAE40"/>
          </p15:clr>
        </p15:guide>
        <p15:guide id="5" pos="551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0C13DCB5-60B2-094A-9DE0-7B23F4E3A4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Segnaposto testo 20">
            <a:extLst>
              <a:ext uri="{FF2B5EF4-FFF2-40B4-BE49-F238E27FC236}">
                <a16:creationId xmlns:a16="http://schemas.microsoft.com/office/drawing/2014/main" id="{D562A58A-920A-FD4E-9FEC-60CB1D9A1F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8800" y="2163600"/>
            <a:ext cx="3868463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500" b="1" i="0" cap="all" spc="-50" baseline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Title </a:t>
            </a:r>
            <a:r>
              <a:rPr lang="it-IT" dirty="0" err="1"/>
              <a:t>presentation</a:t>
            </a:r>
            <a:endParaRPr lang="en-GB" dirty="0"/>
          </a:p>
        </p:txBody>
      </p:sp>
      <p:sp>
        <p:nvSpPr>
          <p:cNvPr id="8" name="Segnaposto testo 20">
            <a:extLst>
              <a:ext uri="{FF2B5EF4-FFF2-40B4-BE49-F238E27FC236}">
                <a16:creationId xmlns:a16="http://schemas.microsoft.com/office/drawing/2014/main" id="{06793EEA-D468-F842-91E7-A6CA59AC0B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59571" y="2631668"/>
            <a:ext cx="3868463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 cap="all" spc="-50" baseline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Subtitle</a:t>
            </a:r>
            <a:endParaRPr lang="en-GB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B7ACBBC-2983-EB42-B7DF-D6A48898883C}"/>
              </a:ext>
            </a:extLst>
          </p:cNvPr>
          <p:cNvSpPr/>
          <p:nvPr userDrawn="1"/>
        </p:nvSpPr>
        <p:spPr>
          <a:xfrm>
            <a:off x="928800" y="4769573"/>
            <a:ext cx="364320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500" b="0" baseline="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</a:t>
            </a:r>
            <a:b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use of this work without express written consent is strictly prohibited.</a:t>
            </a:r>
            <a:endParaRPr lang="it-IT" sz="500" b="0" baseline="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egnaposto testo 20">
            <a:extLst>
              <a:ext uri="{FF2B5EF4-FFF2-40B4-BE49-F238E27FC236}">
                <a16:creationId xmlns:a16="http://schemas.microsoft.com/office/drawing/2014/main" id="{907805F5-1CDE-BA40-86C7-9855E11839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8800" y="3905362"/>
            <a:ext cx="5887728" cy="461962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1000"/>
              </a:lnSpc>
              <a:spcBef>
                <a:spcPts val="150"/>
              </a:spcBef>
              <a:buNone/>
              <a:defRPr sz="1000" b="0" i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City, Data</a:t>
            </a:r>
          </a:p>
        </p:txBody>
      </p:sp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AB6226B9-A601-C342-83AA-143209BEC8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9571" y="4355543"/>
            <a:ext cx="14859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719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49">
          <p15:clr>
            <a:srgbClr val="FBAE40"/>
          </p15:clr>
        </p15:guide>
        <p15:guide id="4" orient="horz" pos="3026">
          <p15:clr>
            <a:srgbClr val="FBAE40"/>
          </p15:clr>
        </p15:guide>
        <p15:guide id="5" pos="551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32CB854A-7A2D-8B47-9D80-224F5A178E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Segnaposto testo 20">
            <a:extLst>
              <a:ext uri="{FF2B5EF4-FFF2-40B4-BE49-F238E27FC236}">
                <a16:creationId xmlns:a16="http://schemas.microsoft.com/office/drawing/2014/main" id="{954F1B20-0E37-864A-8DA3-78E7FD0D1C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8800" y="2163600"/>
            <a:ext cx="3868463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500" b="1" i="0" cap="all" spc="-50" baseline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Title </a:t>
            </a:r>
            <a:r>
              <a:rPr lang="it-IT" dirty="0" err="1"/>
              <a:t>presentation</a:t>
            </a:r>
            <a:endParaRPr lang="en-GB" dirty="0"/>
          </a:p>
        </p:txBody>
      </p:sp>
      <p:sp>
        <p:nvSpPr>
          <p:cNvPr id="8" name="Segnaposto testo 20">
            <a:extLst>
              <a:ext uri="{FF2B5EF4-FFF2-40B4-BE49-F238E27FC236}">
                <a16:creationId xmlns:a16="http://schemas.microsoft.com/office/drawing/2014/main" id="{47C8C2BF-449C-F345-9F3A-A5F0CBDB47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59571" y="2631668"/>
            <a:ext cx="3868463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 cap="all" spc="-50" baseline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Subtitle</a:t>
            </a:r>
            <a:endParaRPr lang="en-GB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6EAED69-A350-5F43-97BC-C7A139C1EA52}"/>
              </a:ext>
            </a:extLst>
          </p:cNvPr>
          <p:cNvSpPr/>
          <p:nvPr userDrawn="1"/>
        </p:nvSpPr>
        <p:spPr>
          <a:xfrm>
            <a:off x="928800" y="4769573"/>
            <a:ext cx="364320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500" b="0" baseline="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</a:t>
            </a:r>
            <a:b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use of this work without express written consent is strictly prohibited.</a:t>
            </a:r>
            <a:endParaRPr lang="it-IT" sz="500" b="0" baseline="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egnaposto testo 20">
            <a:extLst>
              <a:ext uri="{FF2B5EF4-FFF2-40B4-BE49-F238E27FC236}">
                <a16:creationId xmlns:a16="http://schemas.microsoft.com/office/drawing/2014/main" id="{116F6FDB-A17A-524D-9D20-9803235272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8800" y="3905362"/>
            <a:ext cx="5887728" cy="461962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1000"/>
              </a:lnSpc>
              <a:spcBef>
                <a:spcPts val="150"/>
              </a:spcBef>
              <a:buNone/>
              <a:defRPr sz="1000" b="0" i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City, Data</a:t>
            </a: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3DD05B8E-A23F-9D44-AF1D-22996AC144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9571" y="4355543"/>
            <a:ext cx="14859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74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49">
          <p15:clr>
            <a:srgbClr val="FBAE40"/>
          </p15:clr>
        </p15:guide>
        <p15:guide id="4" orient="horz" pos="3026">
          <p15:clr>
            <a:srgbClr val="FBAE40"/>
          </p15:clr>
        </p15:guide>
        <p15:guide id="5" pos="551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09FCC43-76ED-4045-BF44-43ADFAAD34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Segnaposto testo 20">
            <a:extLst>
              <a:ext uri="{FF2B5EF4-FFF2-40B4-BE49-F238E27FC236}">
                <a16:creationId xmlns:a16="http://schemas.microsoft.com/office/drawing/2014/main" id="{D08A1775-E692-AA41-A56A-38464A9F5A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8800" y="2163600"/>
            <a:ext cx="3868463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500" b="1" i="0" cap="all" spc="-50" baseline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Title </a:t>
            </a:r>
            <a:r>
              <a:rPr lang="it-IT" dirty="0" err="1"/>
              <a:t>presentation</a:t>
            </a:r>
            <a:endParaRPr lang="en-GB" dirty="0"/>
          </a:p>
        </p:txBody>
      </p:sp>
      <p:sp>
        <p:nvSpPr>
          <p:cNvPr id="8" name="Segnaposto testo 20">
            <a:extLst>
              <a:ext uri="{FF2B5EF4-FFF2-40B4-BE49-F238E27FC236}">
                <a16:creationId xmlns:a16="http://schemas.microsoft.com/office/drawing/2014/main" id="{E6096EAD-65E3-3F48-B1F0-C45C70DBBF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59571" y="2631668"/>
            <a:ext cx="3868463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 cap="all" spc="-50" baseline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Subtitle</a:t>
            </a:r>
            <a:endParaRPr lang="en-GB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D868487-3842-A34F-9F07-FAF0C7698D1F}"/>
              </a:ext>
            </a:extLst>
          </p:cNvPr>
          <p:cNvSpPr/>
          <p:nvPr userDrawn="1"/>
        </p:nvSpPr>
        <p:spPr>
          <a:xfrm>
            <a:off x="928800" y="4769573"/>
            <a:ext cx="364320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500" b="0" baseline="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</a:t>
            </a:r>
            <a:b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use of this work without express written consent is strictly prohibited.</a:t>
            </a:r>
            <a:endParaRPr lang="it-IT" sz="500" b="0" baseline="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egnaposto testo 20">
            <a:extLst>
              <a:ext uri="{FF2B5EF4-FFF2-40B4-BE49-F238E27FC236}">
                <a16:creationId xmlns:a16="http://schemas.microsoft.com/office/drawing/2014/main" id="{ACE18A33-97B5-CF4A-85DE-45A2F99352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8800" y="3905362"/>
            <a:ext cx="5887728" cy="461962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1000"/>
              </a:lnSpc>
              <a:spcBef>
                <a:spcPts val="150"/>
              </a:spcBef>
              <a:buNone/>
              <a:defRPr sz="1000" b="0" i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City, Data</a:t>
            </a: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303E4F40-DB97-8C48-975B-CECA489105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9571" y="4355543"/>
            <a:ext cx="14859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61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49">
          <p15:clr>
            <a:srgbClr val="FBAE40"/>
          </p15:clr>
        </p15:guide>
        <p15:guide id="4" orient="horz" pos="3026">
          <p15:clr>
            <a:srgbClr val="FBAE40"/>
          </p15:clr>
        </p15:guide>
        <p15:guide id="5" pos="551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71FEB13-06CE-5543-96CC-951FBD8944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Segnaposto testo 20">
            <a:extLst>
              <a:ext uri="{FF2B5EF4-FFF2-40B4-BE49-F238E27FC236}">
                <a16:creationId xmlns:a16="http://schemas.microsoft.com/office/drawing/2014/main" id="{4465C546-DD27-8E47-AF1B-EC92F5A76C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8800" y="2163600"/>
            <a:ext cx="3868463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500" b="1" i="0" cap="all" spc="-50" baseline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Title </a:t>
            </a:r>
            <a:r>
              <a:rPr lang="it-IT" dirty="0" err="1"/>
              <a:t>presentation</a:t>
            </a:r>
            <a:endParaRPr lang="en-GB" dirty="0"/>
          </a:p>
        </p:txBody>
      </p:sp>
      <p:sp>
        <p:nvSpPr>
          <p:cNvPr id="8" name="Segnaposto testo 20">
            <a:extLst>
              <a:ext uri="{FF2B5EF4-FFF2-40B4-BE49-F238E27FC236}">
                <a16:creationId xmlns:a16="http://schemas.microsoft.com/office/drawing/2014/main" id="{EE1C1C54-0E35-F34B-A564-8ADE2E5D29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59571" y="2631668"/>
            <a:ext cx="3868463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 cap="all" spc="-50" baseline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Subtitle</a:t>
            </a:r>
            <a:endParaRPr lang="en-GB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2484DE5-7C6D-0448-8BA9-2D5BFF80B803}"/>
              </a:ext>
            </a:extLst>
          </p:cNvPr>
          <p:cNvSpPr/>
          <p:nvPr userDrawn="1"/>
        </p:nvSpPr>
        <p:spPr>
          <a:xfrm>
            <a:off x="928800" y="4769573"/>
            <a:ext cx="364320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500" b="0" baseline="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</a:t>
            </a:r>
            <a:b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use of this work without express written consent is strictly prohibited.</a:t>
            </a:r>
            <a:endParaRPr lang="it-IT" sz="500" b="0" baseline="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egnaposto testo 20">
            <a:extLst>
              <a:ext uri="{FF2B5EF4-FFF2-40B4-BE49-F238E27FC236}">
                <a16:creationId xmlns:a16="http://schemas.microsoft.com/office/drawing/2014/main" id="{082561C4-94F5-B74F-90C1-A9072880C0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8800" y="3905362"/>
            <a:ext cx="5887728" cy="461962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1000"/>
              </a:lnSpc>
              <a:spcBef>
                <a:spcPts val="150"/>
              </a:spcBef>
              <a:buNone/>
              <a:defRPr sz="1000" b="0" i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City, Data</a:t>
            </a:r>
          </a:p>
        </p:txBody>
      </p:sp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80525363-2B8A-3C49-9EA6-CE3B6B8C85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9571" y="4355543"/>
            <a:ext cx="14859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22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49">
          <p15:clr>
            <a:srgbClr val="FBAE40"/>
          </p15:clr>
        </p15:guide>
        <p15:guide id="4" orient="horz" pos="3026">
          <p15:clr>
            <a:srgbClr val="FBAE40"/>
          </p15:clr>
        </p15:guide>
        <p15:guide id="5" pos="551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E73103AE-7F25-D24F-B08C-BA94891372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Segnaposto testo 20">
            <a:extLst>
              <a:ext uri="{FF2B5EF4-FFF2-40B4-BE49-F238E27FC236}">
                <a16:creationId xmlns:a16="http://schemas.microsoft.com/office/drawing/2014/main" id="{10185453-4654-DC42-9440-E814588C95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026" y="493702"/>
            <a:ext cx="5007038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700" b="1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Contents</a:t>
            </a:r>
            <a:endParaRPr lang="en-GB" dirty="0"/>
          </a:p>
        </p:txBody>
      </p:sp>
      <p:pic>
        <p:nvPicPr>
          <p:cNvPr id="18" name="Elemento grafico 17">
            <a:extLst>
              <a:ext uri="{FF2B5EF4-FFF2-40B4-BE49-F238E27FC236}">
                <a16:creationId xmlns:a16="http://schemas.microsoft.com/office/drawing/2014/main" id="{96265689-C054-5E4A-AD0B-440758ED29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1015" y="4705200"/>
            <a:ext cx="720000" cy="242946"/>
          </a:xfrm>
          <a:prstGeom prst="rect">
            <a:avLst/>
          </a:prstGeom>
        </p:spPr>
      </p:pic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824C2227-0F88-5B41-914B-DF661F6FD2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026" y="977900"/>
            <a:ext cx="399282" cy="3562350"/>
          </a:xfrm>
        </p:spPr>
        <p:txBody>
          <a:bodyPr lIns="0" tIns="0" rIns="0" bIns="0">
            <a:normAutofit/>
          </a:bodyPr>
          <a:lstStyle>
            <a:lvl1pPr marL="7938" indent="-7938">
              <a:lnSpc>
                <a:spcPts val="1780"/>
              </a:lnSpc>
              <a:buNone/>
              <a:tabLst/>
              <a:defRPr sz="15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938" indent="-7938">
              <a:buNone/>
              <a:tabLst/>
              <a:defRPr b="0" i="0">
                <a:latin typeface="Gill Sans MT" panose="020B0502020104020203" pitchFamily="34" charset="77"/>
              </a:defRPr>
            </a:lvl2pPr>
            <a:lvl3pPr marL="7938" indent="-7938">
              <a:buNone/>
              <a:tabLst/>
              <a:defRPr b="0" i="0">
                <a:latin typeface="Gill Sans MT" panose="020B0502020104020203" pitchFamily="34" charset="77"/>
              </a:defRPr>
            </a:lvl3pPr>
            <a:lvl4pPr marL="7938" indent="-7938">
              <a:buNone/>
              <a:tabLst/>
              <a:defRPr b="0" i="0">
                <a:latin typeface="Gill Sans MT" panose="020B0502020104020203" pitchFamily="34" charset="77"/>
              </a:defRPr>
            </a:lvl4pPr>
            <a:lvl5pPr marL="7938" indent="-7938">
              <a:buNone/>
              <a:tabLst/>
              <a:defRPr b="0" i="0">
                <a:latin typeface="Gill Sans MT" panose="020B0502020104020203" pitchFamily="34" charset="77"/>
              </a:defRPr>
            </a:lvl5pPr>
          </a:lstStyle>
          <a:p>
            <a:pPr lvl="0"/>
            <a:r>
              <a:rPr lang="it-IT" dirty="0"/>
              <a:t>01</a:t>
            </a:r>
          </a:p>
          <a:p>
            <a:pPr lvl="0"/>
            <a:r>
              <a:rPr lang="it-IT" dirty="0"/>
              <a:t>02</a:t>
            </a:r>
          </a:p>
          <a:p>
            <a:pPr lvl="0"/>
            <a:r>
              <a:rPr lang="it-IT" dirty="0"/>
              <a:t>03</a:t>
            </a:r>
          </a:p>
          <a:p>
            <a:pPr lvl="0"/>
            <a:r>
              <a:rPr lang="it-IT" dirty="0"/>
              <a:t>04</a:t>
            </a:r>
          </a:p>
          <a:p>
            <a:pPr lvl="0"/>
            <a:r>
              <a:rPr lang="it-IT" dirty="0"/>
              <a:t>05</a:t>
            </a:r>
          </a:p>
          <a:p>
            <a:pPr lvl="0"/>
            <a:r>
              <a:rPr lang="it-IT" dirty="0"/>
              <a:t>06</a:t>
            </a:r>
          </a:p>
          <a:p>
            <a:pPr lvl="0"/>
            <a:r>
              <a:rPr lang="it-IT" dirty="0"/>
              <a:t>07</a:t>
            </a:r>
          </a:p>
          <a:p>
            <a:pPr lvl="0"/>
            <a:r>
              <a:rPr lang="it-IT" dirty="0"/>
              <a:t>08</a:t>
            </a:r>
          </a:p>
        </p:txBody>
      </p:sp>
      <p:sp>
        <p:nvSpPr>
          <p:cNvPr id="17" name="Segnaposto testo 5">
            <a:extLst>
              <a:ext uri="{FF2B5EF4-FFF2-40B4-BE49-F238E27FC236}">
                <a16:creationId xmlns:a16="http://schemas.microsoft.com/office/drawing/2014/main" id="{747E9EB5-332C-394C-BA2E-106774968B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5546" y="977900"/>
            <a:ext cx="4599518" cy="3562350"/>
          </a:xfrm>
        </p:spPr>
        <p:txBody>
          <a:bodyPr lIns="0" tIns="0" rIns="0" bIns="0">
            <a:normAutofit/>
          </a:bodyPr>
          <a:lstStyle>
            <a:lvl1pPr marL="7938" indent="-7938">
              <a:lnSpc>
                <a:spcPts val="1780"/>
              </a:lnSpc>
              <a:buNone/>
              <a:tabLst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938" indent="-7938">
              <a:buNone/>
              <a:tabLst/>
              <a:defRPr b="0" i="0">
                <a:latin typeface="Gill Sans MT" panose="020B0502020104020203" pitchFamily="34" charset="77"/>
              </a:defRPr>
            </a:lvl2pPr>
            <a:lvl3pPr marL="7938" indent="-7938">
              <a:buNone/>
              <a:tabLst/>
              <a:defRPr b="0" i="0">
                <a:latin typeface="Gill Sans MT" panose="020B0502020104020203" pitchFamily="34" charset="77"/>
              </a:defRPr>
            </a:lvl3pPr>
            <a:lvl4pPr marL="7938" indent="-7938">
              <a:buNone/>
              <a:tabLst/>
              <a:defRPr b="0" i="0">
                <a:latin typeface="Gill Sans MT" panose="020B0502020104020203" pitchFamily="34" charset="77"/>
              </a:defRPr>
            </a:lvl4pPr>
            <a:lvl5pPr marL="7938" indent="-7938">
              <a:buNone/>
              <a:tabLst/>
              <a:defRPr b="0" i="0">
                <a:latin typeface="Gill Sans MT" panose="020B0502020104020203" pitchFamily="34" charset="77"/>
              </a:defRPr>
            </a:lvl5pPr>
          </a:lstStyle>
          <a:p>
            <a:pPr lvl="0"/>
            <a:r>
              <a:rPr lang="it-IT" dirty="0" err="1"/>
              <a:t>Litassim</a:t>
            </a:r>
            <a:endParaRPr lang="it-IT" dirty="0"/>
          </a:p>
          <a:p>
            <a:pPr lvl="0"/>
            <a:r>
              <a:rPr lang="it-IT" dirty="0" err="1"/>
              <a:t>Sus</a:t>
            </a:r>
            <a:r>
              <a:rPr lang="it-IT" dirty="0"/>
              <a:t> </a:t>
            </a:r>
            <a:r>
              <a:rPr lang="it-IT" dirty="0" err="1"/>
              <a:t>ipiciliciis</a:t>
            </a:r>
            <a:endParaRPr lang="it-IT" dirty="0"/>
          </a:p>
          <a:p>
            <a:pPr lvl="0"/>
            <a:r>
              <a:rPr lang="it-IT" dirty="0" err="1"/>
              <a:t>Officipsam</a:t>
            </a:r>
            <a:endParaRPr lang="it-IT" dirty="0"/>
          </a:p>
          <a:p>
            <a:pPr lvl="0"/>
            <a:r>
              <a:rPr lang="it-IT" dirty="0" err="1"/>
              <a:t>Luptaqu</a:t>
            </a:r>
            <a:r>
              <a:rPr lang="it-IT" dirty="0"/>
              <a:t> </a:t>
            </a:r>
            <a:r>
              <a:rPr lang="it-IT" dirty="0" err="1"/>
              <a:t>idest</a:t>
            </a:r>
            <a:endParaRPr lang="it-IT" dirty="0"/>
          </a:p>
          <a:p>
            <a:pPr lvl="0"/>
            <a:r>
              <a:rPr lang="it-IT" dirty="0" err="1"/>
              <a:t>Ibusdaecerit</a:t>
            </a:r>
            <a:r>
              <a:rPr lang="it-IT" dirty="0"/>
              <a:t> </a:t>
            </a:r>
            <a:r>
              <a:rPr lang="it-IT" dirty="0" err="1"/>
              <a:t>reptatur</a:t>
            </a:r>
            <a:endParaRPr lang="it-IT" dirty="0"/>
          </a:p>
          <a:p>
            <a:pPr lvl="0"/>
            <a:r>
              <a:rPr lang="it-IT" dirty="0" err="1"/>
              <a:t>Serchic</a:t>
            </a:r>
            <a:r>
              <a:rPr lang="it-IT" dirty="0"/>
              <a:t> </a:t>
            </a:r>
            <a:r>
              <a:rPr lang="it-IT" dirty="0" err="1"/>
              <a:t>itatibusdae</a:t>
            </a:r>
            <a:endParaRPr lang="it-IT" dirty="0"/>
          </a:p>
          <a:p>
            <a:pPr lvl="0"/>
            <a:r>
              <a:rPr lang="it-IT" dirty="0" err="1"/>
              <a:t>Coreribusae</a:t>
            </a:r>
            <a:r>
              <a:rPr lang="it-IT" dirty="0"/>
              <a:t> </a:t>
            </a:r>
            <a:r>
              <a:rPr lang="it-IT" dirty="0" err="1"/>
              <a:t>essit</a:t>
            </a:r>
            <a:r>
              <a:rPr lang="it-IT" dirty="0"/>
              <a:t> qui</a:t>
            </a:r>
          </a:p>
          <a:p>
            <a:pPr lvl="0"/>
            <a:r>
              <a:rPr lang="it-IT" dirty="0" err="1"/>
              <a:t>Henda</a:t>
            </a:r>
            <a:r>
              <a:rPr lang="it-IT" dirty="0"/>
              <a:t> </a:t>
            </a:r>
            <a:r>
              <a:rPr lang="it-IT" dirty="0" err="1"/>
              <a:t>deribea</a:t>
            </a:r>
            <a:r>
              <a:rPr lang="it-IT" dirty="0"/>
              <a:t> </a:t>
            </a:r>
            <a:r>
              <a:rPr lang="it-IT" dirty="0" err="1"/>
              <a:t>rernati</a:t>
            </a:r>
            <a:endParaRPr lang="it-IT" dirty="0"/>
          </a:p>
        </p:txBody>
      </p:sp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46EBC5EC-ED4B-9444-B238-4CEBB3CEACB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712" y="4784938"/>
            <a:ext cx="1238694" cy="208085"/>
          </a:xfrm>
          <a:prstGeom prst="rect">
            <a:avLst/>
          </a:prstGeom>
        </p:spPr>
      </p:pic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237F2075-08BD-AB47-B678-9F71C42CA79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05494358-70BF-DB47-9FA5-5219A608966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10235" y="4677248"/>
            <a:ext cx="787427" cy="28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940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5511">
          <p15:clr>
            <a:srgbClr val="FBAE40"/>
          </p15:clr>
        </p15:guide>
        <p15:guide id="4" orient="horz" pos="309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BA11B8B9-0CC2-4E4C-8B5F-26C664B7AB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Segnaposto testo 20">
            <a:extLst>
              <a:ext uri="{FF2B5EF4-FFF2-40B4-BE49-F238E27FC236}">
                <a16:creationId xmlns:a16="http://schemas.microsoft.com/office/drawing/2014/main" id="{10185453-4654-DC42-9440-E814588C95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026" y="493702"/>
            <a:ext cx="5007038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700" b="1">
                <a:solidFill>
                  <a:schemeClr val="bg1"/>
                </a:solidFill>
                <a:latin typeface="Gill Sans MT" panose="020B0502020104020203" pitchFamily="34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/>
              <a:t>CONTENTS</a:t>
            </a:r>
            <a:endParaRPr lang="en-GB" dirty="0"/>
          </a:p>
        </p:txBody>
      </p:sp>
      <p:pic>
        <p:nvPicPr>
          <p:cNvPr id="18" name="Elemento grafico 17">
            <a:extLst>
              <a:ext uri="{FF2B5EF4-FFF2-40B4-BE49-F238E27FC236}">
                <a16:creationId xmlns:a16="http://schemas.microsoft.com/office/drawing/2014/main" id="{96265689-C054-5E4A-AD0B-440758ED29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1015" y="4705200"/>
            <a:ext cx="720000" cy="242946"/>
          </a:xfrm>
          <a:prstGeom prst="rect">
            <a:avLst/>
          </a:prstGeom>
        </p:spPr>
      </p:pic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824C2227-0F88-5B41-914B-DF661F6FD2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026" y="977900"/>
            <a:ext cx="399282" cy="3562350"/>
          </a:xfrm>
        </p:spPr>
        <p:txBody>
          <a:bodyPr lIns="0" tIns="0" rIns="0" bIns="0">
            <a:normAutofit/>
          </a:bodyPr>
          <a:lstStyle>
            <a:lvl1pPr marL="7938" indent="-7938">
              <a:lnSpc>
                <a:spcPts val="1780"/>
              </a:lnSpc>
              <a:buNone/>
              <a:tabLst/>
              <a:defRPr sz="1500" b="1" i="0">
                <a:solidFill>
                  <a:schemeClr val="bg1"/>
                </a:solidFill>
                <a:latin typeface="Gill Sans MT" panose="020B0502020104020203" pitchFamily="34" charset="77"/>
              </a:defRPr>
            </a:lvl1pPr>
            <a:lvl2pPr marL="7938" indent="-7938">
              <a:buNone/>
              <a:tabLst/>
              <a:defRPr b="0" i="0">
                <a:latin typeface="Gill Sans MT" panose="020B0502020104020203" pitchFamily="34" charset="77"/>
              </a:defRPr>
            </a:lvl2pPr>
            <a:lvl3pPr marL="7938" indent="-7938">
              <a:buNone/>
              <a:tabLst/>
              <a:defRPr b="0" i="0">
                <a:latin typeface="Gill Sans MT" panose="020B0502020104020203" pitchFamily="34" charset="77"/>
              </a:defRPr>
            </a:lvl3pPr>
            <a:lvl4pPr marL="7938" indent="-7938">
              <a:buNone/>
              <a:tabLst/>
              <a:defRPr b="0" i="0">
                <a:latin typeface="Gill Sans MT" panose="020B0502020104020203" pitchFamily="34" charset="77"/>
              </a:defRPr>
            </a:lvl4pPr>
            <a:lvl5pPr marL="7938" indent="-7938">
              <a:buNone/>
              <a:tabLst/>
              <a:defRPr b="0" i="0">
                <a:latin typeface="Gill Sans MT" panose="020B0502020104020203" pitchFamily="34" charset="77"/>
              </a:defRPr>
            </a:lvl5pPr>
          </a:lstStyle>
          <a:p>
            <a:pPr lvl="0"/>
            <a:r>
              <a:rPr lang="it-IT" dirty="0"/>
              <a:t>01</a:t>
            </a:r>
          </a:p>
          <a:p>
            <a:pPr lvl="0"/>
            <a:r>
              <a:rPr lang="it-IT" dirty="0"/>
              <a:t>02</a:t>
            </a:r>
          </a:p>
          <a:p>
            <a:pPr lvl="0"/>
            <a:r>
              <a:rPr lang="it-IT" dirty="0"/>
              <a:t>03</a:t>
            </a:r>
          </a:p>
          <a:p>
            <a:pPr lvl="0"/>
            <a:r>
              <a:rPr lang="it-IT" dirty="0"/>
              <a:t>04</a:t>
            </a:r>
          </a:p>
          <a:p>
            <a:pPr lvl="0"/>
            <a:r>
              <a:rPr lang="it-IT" dirty="0"/>
              <a:t>05</a:t>
            </a:r>
          </a:p>
          <a:p>
            <a:pPr lvl="0"/>
            <a:r>
              <a:rPr lang="it-IT" dirty="0"/>
              <a:t>06</a:t>
            </a:r>
          </a:p>
          <a:p>
            <a:pPr lvl="0"/>
            <a:r>
              <a:rPr lang="it-IT" dirty="0"/>
              <a:t>07</a:t>
            </a:r>
          </a:p>
          <a:p>
            <a:pPr lvl="0"/>
            <a:r>
              <a:rPr lang="it-IT" dirty="0"/>
              <a:t>08</a:t>
            </a:r>
          </a:p>
        </p:txBody>
      </p:sp>
      <p:sp>
        <p:nvSpPr>
          <p:cNvPr id="17" name="Segnaposto testo 5">
            <a:extLst>
              <a:ext uri="{FF2B5EF4-FFF2-40B4-BE49-F238E27FC236}">
                <a16:creationId xmlns:a16="http://schemas.microsoft.com/office/drawing/2014/main" id="{747E9EB5-332C-394C-BA2E-106774968B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5546" y="977900"/>
            <a:ext cx="4599518" cy="3562350"/>
          </a:xfrm>
        </p:spPr>
        <p:txBody>
          <a:bodyPr lIns="0" tIns="0" rIns="0" bIns="0">
            <a:normAutofit/>
          </a:bodyPr>
          <a:lstStyle>
            <a:lvl1pPr marL="7938" indent="-7938">
              <a:lnSpc>
                <a:spcPts val="1780"/>
              </a:lnSpc>
              <a:buNone/>
              <a:tabLst/>
              <a:defRPr sz="1500" b="0" i="0">
                <a:solidFill>
                  <a:schemeClr val="bg1"/>
                </a:solidFill>
                <a:latin typeface="Gill Sans MT" panose="020B0502020104020203" pitchFamily="34" charset="77"/>
              </a:defRPr>
            </a:lvl1pPr>
            <a:lvl2pPr marL="7938" indent="-7938">
              <a:buNone/>
              <a:tabLst/>
              <a:defRPr b="0" i="0">
                <a:latin typeface="Gill Sans MT" panose="020B0502020104020203" pitchFamily="34" charset="77"/>
              </a:defRPr>
            </a:lvl2pPr>
            <a:lvl3pPr marL="7938" indent="-7938">
              <a:buNone/>
              <a:tabLst/>
              <a:defRPr b="0" i="0">
                <a:latin typeface="Gill Sans MT" panose="020B0502020104020203" pitchFamily="34" charset="77"/>
              </a:defRPr>
            </a:lvl3pPr>
            <a:lvl4pPr marL="7938" indent="-7938">
              <a:buNone/>
              <a:tabLst/>
              <a:defRPr b="0" i="0">
                <a:latin typeface="Gill Sans MT" panose="020B0502020104020203" pitchFamily="34" charset="77"/>
              </a:defRPr>
            </a:lvl4pPr>
            <a:lvl5pPr marL="7938" indent="-7938">
              <a:buNone/>
              <a:tabLst/>
              <a:defRPr b="0" i="0">
                <a:latin typeface="Gill Sans MT" panose="020B0502020104020203" pitchFamily="34" charset="77"/>
              </a:defRPr>
            </a:lvl5pPr>
          </a:lstStyle>
          <a:p>
            <a:pPr lvl="0"/>
            <a:r>
              <a:rPr lang="it-IT" dirty="0" err="1"/>
              <a:t>Litassim</a:t>
            </a:r>
            <a:endParaRPr lang="it-IT" dirty="0"/>
          </a:p>
          <a:p>
            <a:pPr lvl="0"/>
            <a:r>
              <a:rPr lang="it-IT" dirty="0" err="1"/>
              <a:t>Sus</a:t>
            </a:r>
            <a:r>
              <a:rPr lang="it-IT" dirty="0"/>
              <a:t> </a:t>
            </a:r>
            <a:r>
              <a:rPr lang="it-IT" dirty="0" err="1"/>
              <a:t>ipiciliciis</a:t>
            </a:r>
            <a:endParaRPr lang="it-IT" dirty="0"/>
          </a:p>
          <a:p>
            <a:pPr lvl="0"/>
            <a:r>
              <a:rPr lang="it-IT" dirty="0" err="1"/>
              <a:t>Officipsam</a:t>
            </a:r>
            <a:endParaRPr lang="it-IT" dirty="0"/>
          </a:p>
          <a:p>
            <a:pPr lvl="0"/>
            <a:r>
              <a:rPr lang="it-IT" dirty="0" err="1"/>
              <a:t>Luptaqu</a:t>
            </a:r>
            <a:r>
              <a:rPr lang="it-IT" dirty="0"/>
              <a:t> </a:t>
            </a:r>
            <a:r>
              <a:rPr lang="it-IT" dirty="0" err="1"/>
              <a:t>idest</a:t>
            </a:r>
            <a:endParaRPr lang="it-IT" dirty="0"/>
          </a:p>
          <a:p>
            <a:pPr lvl="0"/>
            <a:r>
              <a:rPr lang="it-IT" dirty="0" err="1"/>
              <a:t>Ibusdaecerit</a:t>
            </a:r>
            <a:r>
              <a:rPr lang="it-IT" dirty="0"/>
              <a:t> </a:t>
            </a:r>
            <a:r>
              <a:rPr lang="it-IT" dirty="0" err="1"/>
              <a:t>reptatur</a:t>
            </a:r>
            <a:endParaRPr lang="it-IT" dirty="0"/>
          </a:p>
          <a:p>
            <a:pPr lvl="0"/>
            <a:r>
              <a:rPr lang="it-IT" dirty="0" err="1"/>
              <a:t>Serchic</a:t>
            </a:r>
            <a:r>
              <a:rPr lang="it-IT" dirty="0"/>
              <a:t> </a:t>
            </a:r>
            <a:r>
              <a:rPr lang="it-IT" dirty="0" err="1"/>
              <a:t>itatibusdae</a:t>
            </a:r>
            <a:endParaRPr lang="it-IT" dirty="0"/>
          </a:p>
          <a:p>
            <a:pPr lvl="0"/>
            <a:r>
              <a:rPr lang="it-IT" dirty="0" err="1"/>
              <a:t>Coreribusae</a:t>
            </a:r>
            <a:r>
              <a:rPr lang="it-IT" dirty="0"/>
              <a:t> </a:t>
            </a:r>
            <a:r>
              <a:rPr lang="it-IT" dirty="0" err="1"/>
              <a:t>essit</a:t>
            </a:r>
            <a:r>
              <a:rPr lang="it-IT" dirty="0"/>
              <a:t> qui</a:t>
            </a:r>
          </a:p>
          <a:p>
            <a:pPr lvl="0"/>
            <a:r>
              <a:rPr lang="it-IT" dirty="0" err="1"/>
              <a:t>Henda</a:t>
            </a:r>
            <a:r>
              <a:rPr lang="it-IT" dirty="0"/>
              <a:t> </a:t>
            </a:r>
            <a:r>
              <a:rPr lang="it-IT" dirty="0" err="1"/>
              <a:t>deribea</a:t>
            </a:r>
            <a:r>
              <a:rPr lang="it-IT" dirty="0"/>
              <a:t> </a:t>
            </a:r>
            <a:r>
              <a:rPr lang="it-IT" dirty="0" err="1"/>
              <a:t>rernati</a:t>
            </a:r>
            <a:endParaRPr lang="it-IT" dirty="0"/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9D4F3710-AE27-3343-B2A1-BD4DDB7BAA9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97F2E8F7-0C65-0D45-8A1C-774E6C770CD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10235" y="4677248"/>
            <a:ext cx="787427" cy="28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09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5511">
          <p15:clr>
            <a:srgbClr val="FBAE40"/>
          </p15:clr>
        </p15:guide>
        <p15:guide id="4" orient="horz" pos="309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DE58114E-202F-7B4E-9DB7-69D9E2FD56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Segnaposto testo 20">
            <a:extLst>
              <a:ext uri="{FF2B5EF4-FFF2-40B4-BE49-F238E27FC236}">
                <a16:creationId xmlns:a16="http://schemas.microsoft.com/office/drawing/2014/main" id="{10185453-4654-DC42-9440-E814588C95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026" y="2147404"/>
            <a:ext cx="5887728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700" b="1">
                <a:solidFill>
                  <a:schemeClr val="bg1"/>
                </a:solidFill>
                <a:latin typeface="Gill Sans MT" panose="020B0502020104020203" pitchFamily="34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/>
              <a:t>TITLE PRESENTATION</a:t>
            </a:r>
            <a:endParaRPr lang="en-GB" dirty="0"/>
          </a:p>
        </p:txBody>
      </p:sp>
      <p:sp>
        <p:nvSpPr>
          <p:cNvPr id="9" name="Segnaposto testo 20">
            <a:extLst>
              <a:ext uri="{FF2B5EF4-FFF2-40B4-BE49-F238E27FC236}">
                <a16:creationId xmlns:a16="http://schemas.microsoft.com/office/drawing/2014/main" id="{BB88DFC1-3018-A941-A568-8653891E24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026" y="2631668"/>
            <a:ext cx="5887728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Gill Sans MT" panose="020B0502020104020203" pitchFamily="34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/>
              <a:t>SUBTITLE</a:t>
            </a:r>
            <a:endParaRPr lang="en-GB" dirty="0"/>
          </a:p>
        </p:txBody>
      </p:sp>
      <p:pic>
        <p:nvPicPr>
          <p:cNvPr id="18" name="Elemento grafico 17">
            <a:extLst>
              <a:ext uri="{FF2B5EF4-FFF2-40B4-BE49-F238E27FC236}">
                <a16:creationId xmlns:a16="http://schemas.microsoft.com/office/drawing/2014/main" id="{96265689-C054-5E4A-AD0B-440758ED29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1015" y="4705200"/>
            <a:ext cx="720000" cy="242946"/>
          </a:xfrm>
          <a:prstGeom prst="rect">
            <a:avLst/>
          </a:prstGeom>
        </p:spPr>
      </p:pic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971DB294-44EF-A94E-B776-927A39598F5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BFBEEF78-612D-0741-952C-99C56F1CA14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10235" y="4677248"/>
            <a:ext cx="787427" cy="28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774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5511">
          <p15:clr>
            <a:srgbClr val="FBAE40"/>
          </p15:clr>
        </p15:guide>
        <p15:guide id="4" orient="horz" pos="309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FB4519A6-DE97-CD42-B0DD-E762C246AF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Segnaposto testo 20">
            <a:extLst>
              <a:ext uri="{FF2B5EF4-FFF2-40B4-BE49-F238E27FC236}">
                <a16:creationId xmlns:a16="http://schemas.microsoft.com/office/drawing/2014/main" id="{10185453-4654-DC42-9440-E814588C95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026" y="2147404"/>
            <a:ext cx="5887728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700" b="1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TITLE PRESENTATION</a:t>
            </a:r>
            <a:endParaRPr lang="en-GB" dirty="0"/>
          </a:p>
        </p:txBody>
      </p:sp>
      <p:sp>
        <p:nvSpPr>
          <p:cNvPr id="9" name="Segnaposto testo 20">
            <a:extLst>
              <a:ext uri="{FF2B5EF4-FFF2-40B4-BE49-F238E27FC236}">
                <a16:creationId xmlns:a16="http://schemas.microsoft.com/office/drawing/2014/main" id="{BB88DFC1-3018-A941-A568-8653891E24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026" y="2631668"/>
            <a:ext cx="5887728" cy="4619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SUBTITLE</a:t>
            </a:r>
            <a:endParaRPr lang="en-GB" dirty="0"/>
          </a:p>
        </p:txBody>
      </p:sp>
      <p:pic>
        <p:nvPicPr>
          <p:cNvPr id="18" name="Elemento grafico 17">
            <a:extLst>
              <a:ext uri="{FF2B5EF4-FFF2-40B4-BE49-F238E27FC236}">
                <a16:creationId xmlns:a16="http://schemas.microsoft.com/office/drawing/2014/main" id="{96265689-C054-5E4A-AD0B-440758ED29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1015" y="4705200"/>
            <a:ext cx="720000" cy="242946"/>
          </a:xfrm>
          <a:prstGeom prst="rect">
            <a:avLst/>
          </a:prstGeom>
        </p:spPr>
      </p:pic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F0B72D83-8B20-7244-9E42-7483D7D940D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712" y="4784938"/>
            <a:ext cx="1238694" cy="208085"/>
          </a:xfrm>
          <a:prstGeom prst="rect">
            <a:avLst/>
          </a:prstGeom>
        </p:spPr>
      </p:pic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48FCD8AE-E670-DD45-AEAA-478BB1C49F2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8E3693FE-981F-3241-9852-DA78EF5DDEA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10235" y="4677248"/>
            <a:ext cx="787427" cy="28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06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5511">
          <p15:clr>
            <a:srgbClr val="FBAE40"/>
          </p15:clr>
        </p15:guide>
        <p15:guide id="4" orient="horz" pos="309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B17F8ED6-C9E9-604D-9F6D-9293BD6E42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5905"/>
          <a:stretch/>
        </p:blipFill>
        <p:spPr>
          <a:xfrm>
            <a:off x="0" y="303733"/>
            <a:ext cx="9144000" cy="4839767"/>
          </a:xfrm>
          <a:prstGeom prst="rect">
            <a:avLst/>
          </a:prstGeom>
        </p:spPr>
      </p:pic>
      <p:sp>
        <p:nvSpPr>
          <p:cNvPr id="12" name="Parallelogramma 2">
            <a:extLst>
              <a:ext uri="{FF2B5EF4-FFF2-40B4-BE49-F238E27FC236}">
                <a16:creationId xmlns:a16="http://schemas.microsoft.com/office/drawing/2014/main" id="{43092C1D-FA15-B04F-B27F-D58372374C9B}"/>
              </a:ext>
            </a:extLst>
          </p:cNvPr>
          <p:cNvSpPr/>
          <p:nvPr userDrawn="1"/>
        </p:nvSpPr>
        <p:spPr>
          <a:xfrm>
            <a:off x="-84857" y="4491120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Segnaposto testo 4">
            <a:extLst>
              <a:ext uri="{FF2B5EF4-FFF2-40B4-BE49-F238E27FC236}">
                <a16:creationId xmlns:a16="http://schemas.microsoft.com/office/drawing/2014/main" id="{4B105251-A2F8-1E4C-B6E3-183BDEE357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503" y="1318102"/>
            <a:ext cx="8354210" cy="71826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100" b="0" i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858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0287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3716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Text</a:t>
            </a:r>
          </a:p>
        </p:txBody>
      </p:sp>
      <p:sp>
        <p:nvSpPr>
          <p:cNvPr id="21" name="Segnaposto testo 20">
            <a:extLst>
              <a:ext uri="{FF2B5EF4-FFF2-40B4-BE49-F238E27FC236}">
                <a16:creationId xmlns:a16="http://schemas.microsoft.com/office/drawing/2014/main" id="{148A4627-61FC-3B49-B110-C9039AC475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806" y="346450"/>
            <a:ext cx="5887728" cy="33934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TITLE PRESENTATION</a:t>
            </a:r>
            <a:endParaRPr lang="en-GB" dirty="0"/>
          </a:p>
        </p:txBody>
      </p:sp>
      <p:sp>
        <p:nvSpPr>
          <p:cNvPr id="22" name="Segnaposto testo 4">
            <a:extLst>
              <a:ext uri="{FF2B5EF4-FFF2-40B4-BE49-F238E27FC236}">
                <a16:creationId xmlns:a16="http://schemas.microsoft.com/office/drawing/2014/main" id="{82BDC5A1-5014-F849-BDBF-ECEC23EC14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4503" y="690005"/>
            <a:ext cx="3955075" cy="34781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858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0287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3716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SUBTITLE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550927EE-ECC1-5D40-A3ED-AF589B8CF73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334577" y="4551005"/>
            <a:ext cx="474846" cy="244675"/>
          </a:xfrm>
        </p:spPr>
        <p:txBody>
          <a:bodyPr/>
          <a:lstStyle>
            <a:lvl1pPr algn="ctr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248C8-F8BB-E445-A375-7E790E0AFF1F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D10EB960-9FAE-4D4F-BBFC-3B266C11CE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17" name="Rettangolo 16">
            <a:extLst>
              <a:ext uri="{FF2B5EF4-FFF2-40B4-BE49-F238E27FC236}">
                <a16:creationId xmlns:a16="http://schemas.microsoft.com/office/drawing/2014/main" id="{53A893C3-293A-DB4A-9CCA-22C1C0FB02F6}"/>
              </a:ext>
            </a:extLst>
          </p:cNvPr>
          <p:cNvSpPr/>
          <p:nvPr userDrawn="1"/>
        </p:nvSpPr>
        <p:spPr>
          <a:xfrm>
            <a:off x="1628136" y="4801943"/>
            <a:ext cx="5887728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5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5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5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53177052-7473-604C-A9B4-445C7961937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61727" y="346450"/>
            <a:ext cx="573347" cy="144000"/>
          </a:xfrm>
          <a:prstGeom prst="rect">
            <a:avLst/>
          </a:prstGeom>
        </p:spPr>
      </p:pic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B04E8A8B-4964-494A-93B9-B65DB6CEE7F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10235" y="4677248"/>
            <a:ext cx="787427" cy="28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591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5511">
          <p15:clr>
            <a:srgbClr val="FBAE40"/>
          </p15:clr>
        </p15:guide>
        <p15:guide id="4" orient="horz" pos="3094" userDrawn="1">
          <p15:clr>
            <a:srgbClr val="FBAE40"/>
          </p15:clr>
        </p15:guide>
        <p15:guide id="5" orient="horz" pos="237">
          <p15:clr>
            <a:srgbClr val="FBAE40"/>
          </p15:clr>
        </p15:guide>
        <p15:guide id="6" pos="24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rallelogramma 2">
            <a:extLst>
              <a:ext uri="{FF2B5EF4-FFF2-40B4-BE49-F238E27FC236}">
                <a16:creationId xmlns:a16="http://schemas.microsoft.com/office/drawing/2014/main" id="{4AD02E81-86D2-1C45-8EC7-0F7E31AAEB88}"/>
              </a:ext>
            </a:extLst>
          </p:cNvPr>
          <p:cNvSpPr/>
          <p:nvPr userDrawn="1"/>
        </p:nvSpPr>
        <p:spPr>
          <a:xfrm>
            <a:off x="-84857" y="4491120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0E74800D-8922-4B47-991B-3ABEFCC6021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334577" y="4551005"/>
            <a:ext cx="474846" cy="244675"/>
          </a:xfrm>
        </p:spPr>
        <p:txBody>
          <a:bodyPr/>
          <a:lstStyle>
            <a:lvl1pPr algn="ctr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248C8-F8BB-E445-A375-7E790E0AFF1F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34E3FC7D-A1C4-1D41-A826-5FB107CAB6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14" name="Rettangolo 13">
            <a:extLst>
              <a:ext uri="{FF2B5EF4-FFF2-40B4-BE49-F238E27FC236}">
                <a16:creationId xmlns:a16="http://schemas.microsoft.com/office/drawing/2014/main" id="{F5D09F96-AF4A-CA44-A11E-026431D4211F}"/>
              </a:ext>
            </a:extLst>
          </p:cNvPr>
          <p:cNvSpPr/>
          <p:nvPr userDrawn="1"/>
        </p:nvSpPr>
        <p:spPr>
          <a:xfrm>
            <a:off x="1628136" y="4801943"/>
            <a:ext cx="5887728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5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5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5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ECC04A07-3906-7B41-9E17-903A9046D34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61727" y="346450"/>
            <a:ext cx="573347" cy="144000"/>
          </a:xfrm>
          <a:prstGeom prst="rect">
            <a:avLst/>
          </a:prstGeom>
        </p:spPr>
      </p:pic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4769028F-F2F4-9341-94BE-864303D984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0235" y="4677248"/>
            <a:ext cx="787427" cy="28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59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5511">
          <p15:clr>
            <a:srgbClr val="FBAE40"/>
          </p15:clr>
        </p15:guide>
        <p15:guide id="4" orient="horz" pos="3094" userDrawn="1">
          <p15:clr>
            <a:srgbClr val="FBAE40"/>
          </p15:clr>
        </p15:guide>
        <p15:guide id="5" orient="horz" pos="237">
          <p15:clr>
            <a:srgbClr val="FBAE40"/>
          </p15:clr>
        </p15:guide>
        <p15:guide id="6" pos="24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E220C65C-D5D1-924B-9F51-DE3EA3B804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5905"/>
          <a:stretch/>
        </p:blipFill>
        <p:spPr>
          <a:xfrm>
            <a:off x="0" y="303733"/>
            <a:ext cx="9144000" cy="4839767"/>
          </a:xfrm>
          <a:prstGeom prst="rect">
            <a:avLst/>
          </a:prstGeom>
        </p:spPr>
      </p:pic>
      <p:sp>
        <p:nvSpPr>
          <p:cNvPr id="23" name="Parallelogramma 2">
            <a:extLst>
              <a:ext uri="{FF2B5EF4-FFF2-40B4-BE49-F238E27FC236}">
                <a16:creationId xmlns:a16="http://schemas.microsoft.com/office/drawing/2014/main" id="{CA9C2C4B-8A19-E14F-A111-5AB9AA7EE63B}"/>
              </a:ext>
            </a:extLst>
          </p:cNvPr>
          <p:cNvSpPr/>
          <p:nvPr userDrawn="1"/>
        </p:nvSpPr>
        <p:spPr>
          <a:xfrm>
            <a:off x="-84857" y="4491120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Segnaposto testo 20">
            <a:extLst>
              <a:ext uri="{FF2B5EF4-FFF2-40B4-BE49-F238E27FC236}">
                <a16:creationId xmlns:a16="http://schemas.microsoft.com/office/drawing/2014/main" id="{551D1FC8-9FAB-AD43-9DE2-52AE5D2AC8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806" y="346450"/>
            <a:ext cx="5887728" cy="33934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TITLE PRESENTATION</a:t>
            </a:r>
            <a:endParaRPr lang="en-GB" dirty="0"/>
          </a:p>
        </p:txBody>
      </p:sp>
      <p:sp>
        <p:nvSpPr>
          <p:cNvPr id="25" name="Segnaposto testo 4">
            <a:extLst>
              <a:ext uri="{FF2B5EF4-FFF2-40B4-BE49-F238E27FC236}">
                <a16:creationId xmlns:a16="http://schemas.microsoft.com/office/drawing/2014/main" id="{15C9A803-51C8-AE4B-893C-E3E9B2B7A3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4503" y="690005"/>
            <a:ext cx="3955075" cy="34781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858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0287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3716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SUBTITLE</a:t>
            </a:r>
          </a:p>
        </p:txBody>
      </p:sp>
      <p:sp>
        <p:nvSpPr>
          <p:cNvPr id="27" name="Segnaposto testo 4">
            <a:extLst>
              <a:ext uri="{FF2B5EF4-FFF2-40B4-BE49-F238E27FC236}">
                <a16:creationId xmlns:a16="http://schemas.microsoft.com/office/drawing/2014/main" id="{3E9D4965-77F0-A348-B751-83584E5579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503" y="1318102"/>
            <a:ext cx="2859190" cy="207022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100" b="0" i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858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0287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3716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Text</a:t>
            </a:r>
          </a:p>
        </p:txBody>
      </p:sp>
      <p:sp>
        <p:nvSpPr>
          <p:cNvPr id="12" name="Segnaposto numero diapositiva 5">
            <a:extLst>
              <a:ext uri="{FF2B5EF4-FFF2-40B4-BE49-F238E27FC236}">
                <a16:creationId xmlns:a16="http://schemas.microsoft.com/office/drawing/2014/main" id="{C060642B-542A-3D40-82B2-C04FF94D202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334577" y="4551005"/>
            <a:ext cx="474846" cy="244675"/>
          </a:xfrm>
        </p:spPr>
        <p:txBody>
          <a:bodyPr/>
          <a:lstStyle>
            <a:lvl1pPr algn="ctr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248C8-F8BB-E445-A375-7E790E0AFF1F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83576C62-B5E8-0D46-8739-F5DFA36C227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15" name="Rettangolo 14">
            <a:extLst>
              <a:ext uri="{FF2B5EF4-FFF2-40B4-BE49-F238E27FC236}">
                <a16:creationId xmlns:a16="http://schemas.microsoft.com/office/drawing/2014/main" id="{1EF0A46A-9BC0-9644-A34D-8D30AE748D70}"/>
              </a:ext>
            </a:extLst>
          </p:cNvPr>
          <p:cNvSpPr/>
          <p:nvPr userDrawn="1"/>
        </p:nvSpPr>
        <p:spPr>
          <a:xfrm>
            <a:off x="1628136" y="4801943"/>
            <a:ext cx="5887728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5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5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5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F53C22DF-B5BA-374B-8FAB-77C37E0FC5E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61727" y="346450"/>
            <a:ext cx="573347" cy="144000"/>
          </a:xfrm>
          <a:prstGeom prst="rect">
            <a:avLst/>
          </a:prstGeom>
        </p:spPr>
      </p:pic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31A4074C-3CA1-1949-BC3B-CA83D6B0024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10235" y="4677248"/>
            <a:ext cx="787427" cy="28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649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5511">
          <p15:clr>
            <a:srgbClr val="FBAE40"/>
          </p15:clr>
        </p15:guide>
        <p15:guide id="4" orient="horz" pos="3094">
          <p15:clr>
            <a:srgbClr val="FBAE40"/>
          </p15:clr>
        </p15:guide>
        <p15:guide id="5" orient="horz" pos="237">
          <p15:clr>
            <a:srgbClr val="FBAE40"/>
          </p15:clr>
        </p15:guide>
        <p15:guide id="6" pos="24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5EF686C6-7052-7048-9D65-AD12F1EE80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5905"/>
          <a:stretch/>
        </p:blipFill>
        <p:spPr>
          <a:xfrm>
            <a:off x="0" y="303733"/>
            <a:ext cx="9144000" cy="4839767"/>
          </a:xfrm>
          <a:prstGeom prst="rect">
            <a:avLst/>
          </a:prstGeom>
        </p:spPr>
      </p:pic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5B4C5312-6E26-E747-ADF5-25BEA7DB2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0" y="938213"/>
            <a:ext cx="4176713" cy="3309937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IMAGE</a:t>
            </a:r>
          </a:p>
        </p:txBody>
      </p:sp>
      <p:sp>
        <p:nvSpPr>
          <p:cNvPr id="23" name="Parallelogramma 2">
            <a:extLst>
              <a:ext uri="{FF2B5EF4-FFF2-40B4-BE49-F238E27FC236}">
                <a16:creationId xmlns:a16="http://schemas.microsoft.com/office/drawing/2014/main" id="{F98BF6DC-B307-C046-A466-3810E9C35774}"/>
              </a:ext>
            </a:extLst>
          </p:cNvPr>
          <p:cNvSpPr/>
          <p:nvPr userDrawn="1"/>
        </p:nvSpPr>
        <p:spPr>
          <a:xfrm>
            <a:off x="-84857" y="4491120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Segnaposto testo 20">
            <a:extLst>
              <a:ext uri="{FF2B5EF4-FFF2-40B4-BE49-F238E27FC236}">
                <a16:creationId xmlns:a16="http://schemas.microsoft.com/office/drawing/2014/main" id="{2B58AD43-69E2-544C-9E59-56D6B0CEEB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806" y="346450"/>
            <a:ext cx="5887728" cy="33934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TITLE PRESENTATION</a:t>
            </a:r>
            <a:endParaRPr lang="en-GB" dirty="0"/>
          </a:p>
        </p:txBody>
      </p:sp>
      <p:sp>
        <p:nvSpPr>
          <p:cNvPr id="25" name="Segnaposto testo 4">
            <a:extLst>
              <a:ext uri="{FF2B5EF4-FFF2-40B4-BE49-F238E27FC236}">
                <a16:creationId xmlns:a16="http://schemas.microsoft.com/office/drawing/2014/main" id="{5259328D-EB3B-5248-903E-DF1B1CA291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4503" y="690005"/>
            <a:ext cx="3955075" cy="34781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858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0287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3716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SUBTITLE</a:t>
            </a:r>
          </a:p>
        </p:txBody>
      </p:sp>
      <p:sp>
        <p:nvSpPr>
          <p:cNvPr id="29" name="Segnaposto testo 9">
            <a:extLst>
              <a:ext uri="{FF2B5EF4-FFF2-40B4-BE49-F238E27FC236}">
                <a16:creationId xmlns:a16="http://schemas.microsoft.com/office/drawing/2014/main" id="{465044F0-EF91-0342-9A04-76C22CE128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4502" y="1317159"/>
            <a:ext cx="3937547" cy="2930048"/>
          </a:xfrm>
        </p:spPr>
        <p:txBody>
          <a:bodyPr lIns="0" tIns="0" rIns="0">
            <a:normAutofit/>
          </a:bodyPr>
          <a:lstStyle>
            <a:lvl1pPr marL="88900" indent="-88900">
              <a:buClr>
                <a:srgbClr val="3D5D89"/>
              </a:buClr>
              <a:buSzPct val="100000"/>
              <a:buFont typeface=".Hiragino Kaku Gothic Interface W3"/>
              <a:buChar char="▪"/>
              <a:tabLst/>
              <a:defRPr sz="1100" b="0" i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269875" indent="-90488">
              <a:buFont typeface="Font di sistema regolare"/>
              <a:buChar char="⁃"/>
              <a:tabLst/>
              <a:defRPr sz="1100" b="0" i="0"/>
            </a:lvl2pPr>
            <a:lvl3pPr marL="269875" indent="0">
              <a:buNone/>
              <a:tabLst/>
              <a:defRPr sz="1000" b="0" i="0"/>
            </a:lvl3pPr>
            <a:lvl4pPr marL="444500" indent="-84138">
              <a:tabLst/>
              <a:defRPr sz="1000" b="0" i="0"/>
            </a:lvl4pPr>
            <a:lvl5pPr>
              <a:defRPr sz="1000"/>
            </a:lvl5pPr>
          </a:lstStyle>
          <a:p>
            <a:pPr lvl="0"/>
            <a:r>
              <a:rPr lang="it-IT" dirty="0"/>
              <a:t>Text</a:t>
            </a:r>
          </a:p>
          <a:p>
            <a:pPr lvl="0"/>
            <a:r>
              <a:rPr lang="it-IT" dirty="0"/>
              <a:t>Text</a:t>
            </a:r>
          </a:p>
          <a:p>
            <a:pPr lvl="1"/>
            <a:r>
              <a:rPr lang="it-IT" dirty="0"/>
              <a:t>Text</a:t>
            </a:r>
          </a:p>
          <a:p>
            <a:pPr lvl="1"/>
            <a:r>
              <a:rPr lang="it-IT" dirty="0"/>
              <a:t>Text</a:t>
            </a:r>
          </a:p>
          <a:p>
            <a:pPr lvl="1"/>
            <a:r>
              <a:rPr lang="it-IT" dirty="0"/>
              <a:t>Text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3E8DF064-C563-D74A-8FE3-545AC65804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334577" y="4551005"/>
            <a:ext cx="474846" cy="244675"/>
          </a:xfrm>
        </p:spPr>
        <p:txBody>
          <a:bodyPr/>
          <a:lstStyle>
            <a:lvl1pPr algn="ctr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248C8-F8BB-E445-A375-7E790E0AFF1F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5" name="Elemento grafico 14">
            <a:extLst>
              <a:ext uri="{FF2B5EF4-FFF2-40B4-BE49-F238E27FC236}">
                <a16:creationId xmlns:a16="http://schemas.microsoft.com/office/drawing/2014/main" id="{B4DB19F0-9D07-8D40-B9FD-7161385A2B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16" name="Rettangolo 15">
            <a:extLst>
              <a:ext uri="{FF2B5EF4-FFF2-40B4-BE49-F238E27FC236}">
                <a16:creationId xmlns:a16="http://schemas.microsoft.com/office/drawing/2014/main" id="{5A301C0C-3D03-1A4A-84BD-DB5D692B5081}"/>
              </a:ext>
            </a:extLst>
          </p:cNvPr>
          <p:cNvSpPr/>
          <p:nvPr userDrawn="1"/>
        </p:nvSpPr>
        <p:spPr>
          <a:xfrm>
            <a:off x="1628136" y="4801943"/>
            <a:ext cx="5887728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5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5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5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57491475-05AB-4F4E-8F0F-91F0D733218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61727" y="346450"/>
            <a:ext cx="573347" cy="144000"/>
          </a:xfrm>
          <a:prstGeom prst="rect">
            <a:avLst/>
          </a:prstGeom>
        </p:spPr>
      </p:pic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A42C69EE-7CC6-8946-9389-7C867D33DA8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10235" y="4677248"/>
            <a:ext cx="787427" cy="28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25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5511">
          <p15:clr>
            <a:srgbClr val="FBAE40"/>
          </p15:clr>
        </p15:guide>
        <p15:guide id="4" orient="horz" pos="3094">
          <p15:clr>
            <a:srgbClr val="FBAE40"/>
          </p15:clr>
        </p15:guide>
        <p15:guide id="5" orient="horz" pos="237">
          <p15:clr>
            <a:srgbClr val="FBAE40"/>
          </p15:clr>
        </p15:guide>
        <p15:guide id="6" pos="24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DED8EA2E-8D49-304F-B83B-24761F1736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5905"/>
          <a:stretch/>
        </p:blipFill>
        <p:spPr>
          <a:xfrm>
            <a:off x="0" y="303733"/>
            <a:ext cx="9144000" cy="4839767"/>
          </a:xfrm>
          <a:prstGeom prst="rect">
            <a:avLst/>
          </a:prstGeom>
        </p:spPr>
      </p:pic>
      <p:sp>
        <p:nvSpPr>
          <p:cNvPr id="15" name="Segnaposto immagine 6">
            <a:extLst>
              <a:ext uri="{FF2B5EF4-FFF2-40B4-BE49-F238E27FC236}">
                <a16:creationId xmlns:a16="http://schemas.microsoft.com/office/drawing/2014/main" id="{AF6147CE-1C20-A446-94B6-3123D58ADE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0" y="2635458"/>
            <a:ext cx="4176713" cy="1692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IMAGE</a:t>
            </a:r>
          </a:p>
        </p:txBody>
      </p:sp>
      <p:sp>
        <p:nvSpPr>
          <p:cNvPr id="31" name="Segnaposto immagine 6">
            <a:extLst>
              <a:ext uri="{FF2B5EF4-FFF2-40B4-BE49-F238E27FC236}">
                <a16:creationId xmlns:a16="http://schemas.microsoft.com/office/drawing/2014/main" id="{5D58DBCC-40BE-0444-AA21-40916FEE4EF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72000" y="876943"/>
            <a:ext cx="4176713" cy="1692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IMAGE</a:t>
            </a:r>
          </a:p>
        </p:txBody>
      </p:sp>
      <p:sp>
        <p:nvSpPr>
          <p:cNvPr id="32" name="Parallelogramma 2">
            <a:extLst>
              <a:ext uri="{FF2B5EF4-FFF2-40B4-BE49-F238E27FC236}">
                <a16:creationId xmlns:a16="http://schemas.microsoft.com/office/drawing/2014/main" id="{A8838F61-2EF9-6F48-A173-B0CAA1CA0309}"/>
              </a:ext>
            </a:extLst>
          </p:cNvPr>
          <p:cNvSpPr/>
          <p:nvPr userDrawn="1"/>
        </p:nvSpPr>
        <p:spPr>
          <a:xfrm>
            <a:off x="-84857" y="4491120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Segnaposto testo 20">
            <a:extLst>
              <a:ext uri="{FF2B5EF4-FFF2-40B4-BE49-F238E27FC236}">
                <a16:creationId xmlns:a16="http://schemas.microsoft.com/office/drawing/2014/main" id="{9475C96A-0133-A14E-B682-B88405930B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806" y="346450"/>
            <a:ext cx="5887728" cy="33934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TITLE PRESENTATION</a:t>
            </a:r>
            <a:endParaRPr lang="en-GB" dirty="0"/>
          </a:p>
        </p:txBody>
      </p:sp>
      <p:sp>
        <p:nvSpPr>
          <p:cNvPr id="34" name="Segnaposto testo 4">
            <a:extLst>
              <a:ext uri="{FF2B5EF4-FFF2-40B4-BE49-F238E27FC236}">
                <a16:creationId xmlns:a16="http://schemas.microsoft.com/office/drawing/2014/main" id="{AB66F1CC-CB02-7141-8BF2-F5C91C305C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4503" y="690005"/>
            <a:ext cx="3955075" cy="34781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858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0287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3716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SUBTITLE</a:t>
            </a:r>
          </a:p>
        </p:txBody>
      </p:sp>
      <p:sp>
        <p:nvSpPr>
          <p:cNvPr id="35" name="Segnaposto testo 4">
            <a:extLst>
              <a:ext uri="{FF2B5EF4-FFF2-40B4-BE49-F238E27FC236}">
                <a16:creationId xmlns:a16="http://schemas.microsoft.com/office/drawing/2014/main" id="{6556D27F-94A3-9D48-8370-12FD5F98CD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503" y="1318102"/>
            <a:ext cx="3955075" cy="293004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100" b="0" i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858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0287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3716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Text</a:t>
            </a:r>
          </a:p>
        </p:txBody>
      </p:sp>
      <p:sp>
        <p:nvSpPr>
          <p:cNvPr id="14" name="Segnaposto numero diapositiva 5">
            <a:extLst>
              <a:ext uri="{FF2B5EF4-FFF2-40B4-BE49-F238E27FC236}">
                <a16:creationId xmlns:a16="http://schemas.microsoft.com/office/drawing/2014/main" id="{04A4CA6B-CA49-B045-BEB2-76914CD6610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4334577" y="4551005"/>
            <a:ext cx="474846" cy="244675"/>
          </a:xfrm>
        </p:spPr>
        <p:txBody>
          <a:bodyPr/>
          <a:lstStyle>
            <a:lvl1pPr algn="ctr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248C8-F8BB-E445-A375-7E790E0AFF1F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3F062F75-6751-2440-AED7-3DE1DAB2D34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18" name="Rettangolo 17">
            <a:extLst>
              <a:ext uri="{FF2B5EF4-FFF2-40B4-BE49-F238E27FC236}">
                <a16:creationId xmlns:a16="http://schemas.microsoft.com/office/drawing/2014/main" id="{2C40B4FD-E06B-D94C-B1E3-36E50508D87E}"/>
              </a:ext>
            </a:extLst>
          </p:cNvPr>
          <p:cNvSpPr/>
          <p:nvPr userDrawn="1"/>
        </p:nvSpPr>
        <p:spPr>
          <a:xfrm>
            <a:off x="1628136" y="4801943"/>
            <a:ext cx="5887728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5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5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5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0F441527-DB61-4C4B-8444-94E0D400407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61727" y="346450"/>
            <a:ext cx="573347" cy="144000"/>
          </a:xfrm>
          <a:prstGeom prst="rect">
            <a:avLst/>
          </a:prstGeom>
        </p:spPr>
      </p:pic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D979937C-B289-B843-A762-3CF4C8FCF45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10235" y="4677248"/>
            <a:ext cx="787427" cy="28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950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5511">
          <p15:clr>
            <a:srgbClr val="FBAE40"/>
          </p15:clr>
        </p15:guide>
        <p15:guide id="4" orient="horz" pos="3094">
          <p15:clr>
            <a:srgbClr val="FBAE40"/>
          </p15:clr>
        </p15:guide>
        <p15:guide id="5" orient="horz" pos="237">
          <p15:clr>
            <a:srgbClr val="FBAE40"/>
          </p15:clr>
        </p15:guide>
        <p15:guide id="6" pos="24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EF5EF0E9-AB0D-CD4A-8434-344FDA32786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1152" y="2088204"/>
            <a:ext cx="4140000" cy="2203305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IMAGE</a:t>
            </a:r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92273FCD-A9D8-4D45-83A5-E83541409FB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609986" y="2088204"/>
            <a:ext cx="4140000" cy="2203305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IMAGE</a:t>
            </a:r>
          </a:p>
        </p:txBody>
      </p:sp>
      <p:sp>
        <p:nvSpPr>
          <p:cNvPr id="27" name="Parallelogramma 2">
            <a:extLst>
              <a:ext uri="{FF2B5EF4-FFF2-40B4-BE49-F238E27FC236}">
                <a16:creationId xmlns:a16="http://schemas.microsoft.com/office/drawing/2014/main" id="{8BEE670E-CCC9-8442-A712-0B338AFB21CB}"/>
              </a:ext>
            </a:extLst>
          </p:cNvPr>
          <p:cNvSpPr/>
          <p:nvPr userDrawn="1"/>
        </p:nvSpPr>
        <p:spPr>
          <a:xfrm>
            <a:off x="-84857" y="4491120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Segnaposto testo 20">
            <a:extLst>
              <a:ext uri="{FF2B5EF4-FFF2-40B4-BE49-F238E27FC236}">
                <a16:creationId xmlns:a16="http://schemas.microsoft.com/office/drawing/2014/main" id="{CC20EF38-B0F4-4E41-8769-47F5AC58A7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806" y="346450"/>
            <a:ext cx="5887728" cy="33934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TITLE PRESENTATION</a:t>
            </a:r>
            <a:endParaRPr lang="en-GB" dirty="0"/>
          </a:p>
        </p:txBody>
      </p:sp>
      <p:sp>
        <p:nvSpPr>
          <p:cNvPr id="29" name="Segnaposto testo 4">
            <a:extLst>
              <a:ext uri="{FF2B5EF4-FFF2-40B4-BE49-F238E27FC236}">
                <a16:creationId xmlns:a16="http://schemas.microsoft.com/office/drawing/2014/main" id="{9427CBDD-1503-5242-99AA-1B4F101C71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4503" y="690005"/>
            <a:ext cx="3955075" cy="34781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858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0287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3716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SUBTITLE</a:t>
            </a:r>
          </a:p>
        </p:txBody>
      </p:sp>
      <p:sp>
        <p:nvSpPr>
          <p:cNvPr id="30" name="Segnaposto testo 4">
            <a:extLst>
              <a:ext uri="{FF2B5EF4-FFF2-40B4-BE49-F238E27FC236}">
                <a16:creationId xmlns:a16="http://schemas.microsoft.com/office/drawing/2014/main" id="{843C1C02-8D43-0547-867D-0EA45A0CA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503" y="1209054"/>
            <a:ext cx="8354210" cy="67954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100" b="0" i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858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0287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3716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Text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15BC2855-17F2-2040-ABB7-21DB797F8E5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4334577" y="4551005"/>
            <a:ext cx="474846" cy="244675"/>
          </a:xfrm>
        </p:spPr>
        <p:txBody>
          <a:bodyPr/>
          <a:lstStyle>
            <a:lvl1pPr algn="ctr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248C8-F8BB-E445-A375-7E790E0AFF1F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5" name="Elemento grafico 14">
            <a:extLst>
              <a:ext uri="{FF2B5EF4-FFF2-40B4-BE49-F238E27FC236}">
                <a16:creationId xmlns:a16="http://schemas.microsoft.com/office/drawing/2014/main" id="{D83445F9-0331-4848-963F-6A1B86B05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16" name="Rettangolo 15">
            <a:extLst>
              <a:ext uri="{FF2B5EF4-FFF2-40B4-BE49-F238E27FC236}">
                <a16:creationId xmlns:a16="http://schemas.microsoft.com/office/drawing/2014/main" id="{5BDCCEDC-48AC-FB43-A3B7-0616656038F3}"/>
              </a:ext>
            </a:extLst>
          </p:cNvPr>
          <p:cNvSpPr/>
          <p:nvPr userDrawn="1"/>
        </p:nvSpPr>
        <p:spPr>
          <a:xfrm>
            <a:off x="1628136" y="4801943"/>
            <a:ext cx="5887728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5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5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5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9D33D4C0-56A1-914C-839A-6B71700659D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61727" y="346450"/>
            <a:ext cx="573347" cy="144000"/>
          </a:xfrm>
          <a:prstGeom prst="rect">
            <a:avLst/>
          </a:prstGeom>
        </p:spPr>
      </p:pic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BA28559A-7C9C-9C4D-8219-C1AE3883E95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0235" y="4677248"/>
            <a:ext cx="787427" cy="28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6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5511">
          <p15:clr>
            <a:srgbClr val="FBAE40"/>
          </p15:clr>
        </p15:guide>
        <p15:guide id="4" orient="horz" pos="3094">
          <p15:clr>
            <a:srgbClr val="FBAE40"/>
          </p15:clr>
        </p15:guide>
        <p15:guide id="5" orient="horz" pos="237">
          <p15:clr>
            <a:srgbClr val="FBAE40"/>
          </p15:clr>
        </p15:guide>
        <p15:guide id="6" pos="24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085AF0EA-5854-8E46-80BF-92508105F2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1129" t="71409" r="4829" b="813"/>
          <a:stretch/>
        </p:blipFill>
        <p:spPr>
          <a:xfrm>
            <a:off x="-1" y="0"/>
            <a:ext cx="7684923" cy="1114062"/>
          </a:xfrm>
          <a:prstGeom prst="rect">
            <a:avLst/>
          </a:prstGeom>
        </p:spPr>
      </p:pic>
      <p:sp>
        <p:nvSpPr>
          <p:cNvPr id="12" name="Parallelogramma 2">
            <a:extLst>
              <a:ext uri="{FF2B5EF4-FFF2-40B4-BE49-F238E27FC236}">
                <a16:creationId xmlns:a16="http://schemas.microsoft.com/office/drawing/2014/main" id="{43092C1D-FA15-B04F-B27F-D58372374C9B}"/>
              </a:ext>
            </a:extLst>
          </p:cNvPr>
          <p:cNvSpPr/>
          <p:nvPr userDrawn="1"/>
        </p:nvSpPr>
        <p:spPr>
          <a:xfrm>
            <a:off x="-84857" y="4491120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Segnaposto numero diapositiva 5">
            <a:extLst>
              <a:ext uri="{FF2B5EF4-FFF2-40B4-BE49-F238E27FC236}">
                <a16:creationId xmlns:a16="http://schemas.microsoft.com/office/drawing/2014/main" id="{38CC5959-F1C5-8F40-BC7B-F46FE559FAA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334577" y="4551005"/>
            <a:ext cx="474846" cy="244675"/>
          </a:xfrm>
        </p:spPr>
        <p:txBody>
          <a:bodyPr/>
          <a:lstStyle>
            <a:lvl1pPr algn="ctr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248C8-F8BB-E445-A375-7E790E0AFF1F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20" name="Segnaposto testo 4">
            <a:extLst>
              <a:ext uri="{FF2B5EF4-FFF2-40B4-BE49-F238E27FC236}">
                <a16:creationId xmlns:a16="http://schemas.microsoft.com/office/drawing/2014/main" id="{4B105251-A2F8-1E4C-B6E3-183BDEE357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503" y="1318102"/>
            <a:ext cx="8354210" cy="71826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100" b="0" i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858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0287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3716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Text</a:t>
            </a:r>
          </a:p>
        </p:txBody>
      </p:sp>
      <p:sp>
        <p:nvSpPr>
          <p:cNvPr id="21" name="Segnaposto testo 20">
            <a:extLst>
              <a:ext uri="{FF2B5EF4-FFF2-40B4-BE49-F238E27FC236}">
                <a16:creationId xmlns:a16="http://schemas.microsoft.com/office/drawing/2014/main" id="{148A4627-61FC-3B49-B110-C9039AC475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806" y="346450"/>
            <a:ext cx="5887728" cy="33934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TITLE PRESENTATION</a:t>
            </a:r>
            <a:endParaRPr lang="en-GB" dirty="0"/>
          </a:p>
        </p:txBody>
      </p:sp>
      <p:sp>
        <p:nvSpPr>
          <p:cNvPr id="22" name="Segnaposto testo 4">
            <a:extLst>
              <a:ext uri="{FF2B5EF4-FFF2-40B4-BE49-F238E27FC236}">
                <a16:creationId xmlns:a16="http://schemas.microsoft.com/office/drawing/2014/main" id="{82BDC5A1-5014-F849-BDBF-ECEC23EC14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4503" y="690005"/>
            <a:ext cx="3955075" cy="34781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858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0287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3716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SUBTITLE</a:t>
            </a:r>
          </a:p>
        </p:txBody>
      </p:sp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CCDEEB5E-18BC-E949-91CA-8555DB28708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17" name="Rettangolo 16">
            <a:extLst>
              <a:ext uri="{FF2B5EF4-FFF2-40B4-BE49-F238E27FC236}">
                <a16:creationId xmlns:a16="http://schemas.microsoft.com/office/drawing/2014/main" id="{B1CFA232-8FDD-6A40-896A-E0BC20652700}"/>
              </a:ext>
            </a:extLst>
          </p:cNvPr>
          <p:cNvSpPr/>
          <p:nvPr userDrawn="1"/>
        </p:nvSpPr>
        <p:spPr>
          <a:xfrm>
            <a:off x="1628136" y="4801943"/>
            <a:ext cx="5887728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5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5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5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40AE9E75-F2A0-AB41-B12F-A9731A85232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261727" y="346450"/>
            <a:ext cx="573347" cy="144000"/>
          </a:xfrm>
          <a:prstGeom prst="rect">
            <a:avLst/>
          </a:prstGeom>
        </p:spPr>
      </p:pic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CECFB294-C180-574D-B4AF-6AC73A00E19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10235" y="4677248"/>
            <a:ext cx="787427" cy="28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03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5511">
          <p15:clr>
            <a:srgbClr val="FBAE40"/>
          </p15:clr>
        </p15:guide>
        <p15:guide id="4" orient="horz" pos="3094" userDrawn="1">
          <p15:clr>
            <a:srgbClr val="FBAE40"/>
          </p15:clr>
        </p15:guide>
        <p15:guide id="5" orient="horz" pos="237">
          <p15:clr>
            <a:srgbClr val="FBAE40"/>
          </p15:clr>
        </p15:guide>
        <p15:guide id="6" pos="24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3584D602-B9A5-E84E-978A-1EEA27DEB5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132"/>
          <a:stretch/>
        </p:blipFill>
        <p:spPr>
          <a:xfrm>
            <a:off x="4948726" y="-1"/>
            <a:ext cx="3352800" cy="3772353"/>
          </a:xfrm>
          <a:prstGeom prst="rect">
            <a:avLst/>
          </a:prstGeom>
        </p:spPr>
      </p:pic>
      <p:sp>
        <p:nvSpPr>
          <p:cNvPr id="12" name="Parallelogramma 2">
            <a:extLst>
              <a:ext uri="{FF2B5EF4-FFF2-40B4-BE49-F238E27FC236}">
                <a16:creationId xmlns:a16="http://schemas.microsoft.com/office/drawing/2014/main" id="{43092C1D-FA15-B04F-B27F-D58372374C9B}"/>
              </a:ext>
            </a:extLst>
          </p:cNvPr>
          <p:cNvSpPr/>
          <p:nvPr userDrawn="1"/>
        </p:nvSpPr>
        <p:spPr>
          <a:xfrm>
            <a:off x="-84857" y="4491120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Segnaposto numero diapositiva 5">
            <a:extLst>
              <a:ext uri="{FF2B5EF4-FFF2-40B4-BE49-F238E27FC236}">
                <a16:creationId xmlns:a16="http://schemas.microsoft.com/office/drawing/2014/main" id="{38CC5959-F1C5-8F40-BC7B-F46FE559FAA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334577" y="4551005"/>
            <a:ext cx="474846" cy="244675"/>
          </a:xfrm>
        </p:spPr>
        <p:txBody>
          <a:bodyPr/>
          <a:lstStyle>
            <a:lvl1pPr algn="ctr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248C8-F8BB-E445-A375-7E790E0AFF1F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20" name="Segnaposto testo 4">
            <a:extLst>
              <a:ext uri="{FF2B5EF4-FFF2-40B4-BE49-F238E27FC236}">
                <a16:creationId xmlns:a16="http://schemas.microsoft.com/office/drawing/2014/main" id="{4B105251-A2F8-1E4C-B6E3-183BDEE357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503" y="1318102"/>
            <a:ext cx="8354210" cy="71826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100" b="0" i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858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0287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3716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Text</a:t>
            </a:r>
          </a:p>
        </p:txBody>
      </p:sp>
      <p:sp>
        <p:nvSpPr>
          <p:cNvPr id="21" name="Segnaposto testo 20">
            <a:extLst>
              <a:ext uri="{FF2B5EF4-FFF2-40B4-BE49-F238E27FC236}">
                <a16:creationId xmlns:a16="http://schemas.microsoft.com/office/drawing/2014/main" id="{148A4627-61FC-3B49-B110-C9039AC475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806" y="346450"/>
            <a:ext cx="5887728" cy="33934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TITLE PRESENTATION</a:t>
            </a:r>
            <a:endParaRPr lang="en-GB" dirty="0"/>
          </a:p>
        </p:txBody>
      </p:sp>
      <p:sp>
        <p:nvSpPr>
          <p:cNvPr id="22" name="Segnaposto testo 4">
            <a:extLst>
              <a:ext uri="{FF2B5EF4-FFF2-40B4-BE49-F238E27FC236}">
                <a16:creationId xmlns:a16="http://schemas.microsoft.com/office/drawing/2014/main" id="{82BDC5A1-5014-F849-BDBF-ECEC23EC14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4503" y="690005"/>
            <a:ext cx="3955075" cy="34781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858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0287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3716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SUBTITLE</a:t>
            </a:r>
          </a:p>
        </p:txBody>
      </p:sp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CCDEEB5E-18BC-E949-91CA-8555DB28708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17" name="Rettangolo 16">
            <a:extLst>
              <a:ext uri="{FF2B5EF4-FFF2-40B4-BE49-F238E27FC236}">
                <a16:creationId xmlns:a16="http://schemas.microsoft.com/office/drawing/2014/main" id="{B1CFA232-8FDD-6A40-896A-E0BC20652700}"/>
              </a:ext>
            </a:extLst>
          </p:cNvPr>
          <p:cNvSpPr/>
          <p:nvPr userDrawn="1"/>
        </p:nvSpPr>
        <p:spPr>
          <a:xfrm>
            <a:off x="1628136" y="4801943"/>
            <a:ext cx="5887728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5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5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5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40AE9E75-F2A0-AB41-B12F-A9731A85232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261727" y="346450"/>
            <a:ext cx="573347" cy="144000"/>
          </a:xfrm>
          <a:prstGeom prst="rect">
            <a:avLst/>
          </a:prstGeom>
        </p:spPr>
      </p:pic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E4AD37CD-EEBD-584E-8BBE-7CCC8CE488A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10235" y="4677248"/>
            <a:ext cx="787427" cy="28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69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5511">
          <p15:clr>
            <a:srgbClr val="FBAE40"/>
          </p15:clr>
        </p15:guide>
        <p15:guide id="4" orient="horz" pos="3094" userDrawn="1">
          <p15:clr>
            <a:srgbClr val="FBAE40"/>
          </p15:clr>
        </p15:guide>
        <p15:guide id="5" orient="horz" pos="237">
          <p15:clr>
            <a:srgbClr val="FBAE40"/>
          </p15:clr>
        </p15:guide>
        <p15:guide id="6" pos="24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3584D602-B9A5-E84E-978A-1EEA27DEB5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20121" t="15217" r="48908" b="-85"/>
          <a:stretch/>
        </p:blipFill>
        <p:spPr>
          <a:xfrm>
            <a:off x="5778795" y="0"/>
            <a:ext cx="3365206" cy="5316877"/>
          </a:xfrm>
          <a:prstGeom prst="rect">
            <a:avLst/>
          </a:prstGeom>
        </p:spPr>
      </p:pic>
      <p:sp>
        <p:nvSpPr>
          <p:cNvPr id="12" name="Parallelogramma 2">
            <a:extLst>
              <a:ext uri="{FF2B5EF4-FFF2-40B4-BE49-F238E27FC236}">
                <a16:creationId xmlns:a16="http://schemas.microsoft.com/office/drawing/2014/main" id="{43092C1D-FA15-B04F-B27F-D58372374C9B}"/>
              </a:ext>
            </a:extLst>
          </p:cNvPr>
          <p:cNvSpPr/>
          <p:nvPr userDrawn="1"/>
        </p:nvSpPr>
        <p:spPr>
          <a:xfrm>
            <a:off x="-2123857" y="4491120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Segnaposto numero diapositiva 5">
            <a:extLst>
              <a:ext uri="{FF2B5EF4-FFF2-40B4-BE49-F238E27FC236}">
                <a16:creationId xmlns:a16="http://schemas.microsoft.com/office/drawing/2014/main" id="{38CC5959-F1C5-8F40-BC7B-F46FE559FAA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334577" y="4551005"/>
            <a:ext cx="474846" cy="244675"/>
          </a:xfrm>
        </p:spPr>
        <p:txBody>
          <a:bodyPr/>
          <a:lstStyle>
            <a:lvl1pPr algn="ctr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248C8-F8BB-E445-A375-7E790E0AFF1F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20" name="Segnaposto testo 4">
            <a:extLst>
              <a:ext uri="{FF2B5EF4-FFF2-40B4-BE49-F238E27FC236}">
                <a16:creationId xmlns:a16="http://schemas.microsoft.com/office/drawing/2014/main" id="{4B105251-A2F8-1E4C-B6E3-183BDEE357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503" y="1318102"/>
            <a:ext cx="8354210" cy="71826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100" b="0" i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858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0287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3716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Text</a:t>
            </a:r>
          </a:p>
        </p:txBody>
      </p:sp>
      <p:sp>
        <p:nvSpPr>
          <p:cNvPr id="21" name="Segnaposto testo 20">
            <a:extLst>
              <a:ext uri="{FF2B5EF4-FFF2-40B4-BE49-F238E27FC236}">
                <a16:creationId xmlns:a16="http://schemas.microsoft.com/office/drawing/2014/main" id="{148A4627-61FC-3B49-B110-C9039AC475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806" y="346450"/>
            <a:ext cx="5887728" cy="33934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TITLE PRESENTATION</a:t>
            </a:r>
            <a:endParaRPr lang="en-GB" dirty="0"/>
          </a:p>
        </p:txBody>
      </p:sp>
      <p:sp>
        <p:nvSpPr>
          <p:cNvPr id="22" name="Segnaposto testo 4">
            <a:extLst>
              <a:ext uri="{FF2B5EF4-FFF2-40B4-BE49-F238E27FC236}">
                <a16:creationId xmlns:a16="http://schemas.microsoft.com/office/drawing/2014/main" id="{82BDC5A1-5014-F849-BDBF-ECEC23EC14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4503" y="690005"/>
            <a:ext cx="3955075" cy="34781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858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0287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371600" indent="0">
              <a:buNone/>
              <a:defRPr sz="1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SUBTITLE</a:t>
            </a:r>
          </a:p>
        </p:txBody>
      </p:sp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CCDEEB5E-18BC-E949-91CA-8555DB28708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17" name="Rettangolo 16">
            <a:extLst>
              <a:ext uri="{FF2B5EF4-FFF2-40B4-BE49-F238E27FC236}">
                <a16:creationId xmlns:a16="http://schemas.microsoft.com/office/drawing/2014/main" id="{B1CFA232-8FDD-6A40-896A-E0BC20652700}"/>
              </a:ext>
            </a:extLst>
          </p:cNvPr>
          <p:cNvSpPr/>
          <p:nvPr userDrawn="1"/>
        </p:nvSpPr>
        <p:spPr>
          <a:xfrm>
            <a:off x="1628136" y="4801943"/>
            <a:ext cx="5887728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5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5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5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40AE9E75-F2A0-AB41-B12F-A9731A85232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61727" y="346450"/>
            <a:ext cx="573347" cy="144000"/>
          </a:xfrm>
          <a:prstGeom prst="rect">
            <a:avLst/>
          </a:prstGeom>
        </p:spPr>
      </p:pic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99506957-1CFB-CC42-9151-6F68DD7E4FE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10235" y="4677248"/>
            <a:ext cx="787427" cy="28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320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5511">
          <p15:clr>
            <a:srgbClr val="FBAE40"/>
          </p15:clr>
        </p15:guide>
        <p15:guide id="4" orient="horz" pos="3094" userDrawn="1">
          <p15:clr>
            <a:srgbClr val="FBAE40"/>
          </p15:clr>
        </p15:guide>
        <p15:guide id="5" orient="horz" pos="237">
          <p15:clr>
            <a:srgbClr val="FBAE40"/>
          </p15:clr>
        </p15:guide>
        <p15:guide id="6" pos="24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5D57250-4C50-4D46-9276-43EB9A09C245}" type="slidenum">
              <a:rPr lang="en-GB" smtClean="0"/>
              <a:pPr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2205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0" r:id="rId2"/>
    <p:sldLayoutId id="2147483725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28" r:id="rId13"/>
    <p:sldLayoutId id="2147483719" r:id="rId14"/>
    <p:sldLayoutId id="2147483716" r:id="rId15"/>
    <p:sldLayoutId id="2147483717" r:id="rId16"/>
    <p:sldLayoutId id="2147483718" r:id="rId17"/>
    <p:sldLayoutId id="2147483729" r:id="rId18"/>
    <p:sldLayoutId id="2147483731" r:id="rId19"/>
    <p:sldLayoutId id="2147483732" r:id="rId20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3968D62-03C5-B149-BC43-C38D9B000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PRES TITLE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D80FA08-2529-6E4B-BFE1-9F20020F09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SUBTITLE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A0AD48D-A020-B247-BC70-39D6AD6E98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City, Data</a:t>
            </a:r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A8BB9502-1C71-AA4E-BF5B-2E8AEEE58F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8497" y="224020"/>
            <a:ext cx="1774013" cy="29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52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01B2977-7E85-7949-BF48-26C026B28B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PRES TITLE</a:t>
            </a:r>
          </a:p>
          <a:p>
            <a:endParaRPr lang="en-GB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8DA0109-B5EC-2049-B113-BD02BCA6F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10E1C3B-8BF2-344A-93BA-E390953633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City, Data</a:t>
            </a:r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E16A414A-5CC6-614F-917B-13B9492F0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8497" y="224020"/>
            <a:ext cx="1774013" cy="29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730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C799AC64-7797-0643-8F12-2B07BF6357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334577" y="4595092"/>
            <a:ext cx="474846" cy="244675"/>
          </a:xfrm>
        </p:spPr>
        <p:txBody>
          <a:bodyPr/>
          <a:lstStyle/>
          <a:p>
            <a:fld id="{E1A248C8-F8BB-E445-A375-7E790E0AFF1F}" type="slidenum">
              <a:rPr lang="it-IT" smtClean="0">
                <a:latin typeface="Gill Sans MT" panose="020B0502020104020203" pitchFamily="34" charset="0"/>
              </a:rPr>
              <a:pPr/>
              <a:t>3</a:t>
            </a:fld>
            <a:endParaRPr lang="it-IT" dirty="0">
              <a:latin typeface="Gill Sans MT" panose="020B0502020104020203" pitchFamily="34" charset="0"/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BDC60B0-E8C2-1B4E-92FB-EF9D0BA905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4503" y="1318102"/>
            <a:ext cx="8354210" cy="896011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DB7F5A-D01F-9445-954A-62EA29FB51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TITLE PRESENTATION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09E1DA4-701A-4144-92E9-3E399B5078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22295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magine 14">
            <a:extLst>
              <a:ext uri="{FF2B5EF4-FFF2-40B4-BE49-F238E27FC236}">
                <a16:creationId xmlns:a16="http://schemas.microsoft.com/office/drawing/2014/main" id="{3C968A4B-8928-6B4B-A732-0F6E8F848FA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67"/>
          <a:stretch/>
        </p:blipFill>
        <p:spPr>
          <a:xfrm flipH="1">
            <a:off x="-22882" y="1"/>
            <a:ext cx="9166882" cy="449663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53EA268-E29C-E14E-A179-9FABBD79D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0000"/>
          </a:blip>
          <a:srcRect l="833"/>
          <a:stretch/>
        </p:blipFill>
        <p:spPr>
          <a:xfrm>
            <a:off x="-17472" y="-74838"/>
            <a:ext cx="6605007" cy="4644000"/>
          </a:xfrm>
          <a:prstGeom prst="rect">
            <a:avLst/>
          </a:prstGeom>
        </p:spPr>
      </p:pic>
      <p:sp>
        <p:nvSpPr>
          <p:cNvPr id="12" name="Titolo 1">
            <a:extLst>
              <a:ext uri="{FF2B5EF4-FFF2-40B4-BE49-F238E27FC236}">
                <a16:creationId xmlns:a16="http://schemas.microsoft.com/office/drawing/2014/main" id="{F2312F96-B4E2-914B-A286-B2B902AD911D}"/>
              </a:ext>
            </a:extLst>
          </p:cNvPr>
          <p:cNvSpPr txBox="1">
            <a:spLocks/>
          </p:cNvSpPr>
          <p:nvPr/>
        </p:nvSpPr>
        <p:spPr>
          <a:xfrm>
            <a:off x="2391375" y="1928052"/>
            <a:ext cx="3312805" cy="75129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t-IT" sz="2000" b="1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</a:p>
        </p:txBody>
      </p:sp>
      <p:pic>
        <p:nvPicPr>
          <p:cNvPr id="17" name="Elemento grafico 18">
            <a:extLst>
              <a:ext uri="{FF2B5EF4-FFF2-40B4-BE49-F238E27FC236}">
                <a16:creationId xmlns:a16="http://schemas.microsoft.com/office/drawing/2014/main" id="{602F9ED4-72B3-F64F-AED7-604C9C4BF7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4342" y="1928053"/>
            <a:ext cx="737631" cy="751291"/>
          </a:xfrm>
          <a:prstGeom prst="rect">
            <a:avLst/>
          </a:prstGeom>
        </p:spPr>
      </p:pic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7BF19BFD-5066-804E-AA2C-25FE5BDBF4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334577" y="4595092"/>
            <a:ext cx="474846" cy="244675"/>
          </a:xfrm>
        </p:spPr>
        <p:txBody>
          <a:bodyPr/>
          <a:lstStyle/>
          <a:p>
            <a:fld id="{E1A248C8-F8BB-E445-A375-7E790E0AFF1F}" type="slidenum">
              <a:rPr lang="it-IT" smtClean="0">
                <a:latin typeface="Gill Sans MT" panose="020B0502020104020203" pitchFamily="34" charset="0"/>
              </a:rPr>
              <a:pPr/>
              <a:t>4</a:t>
            </a:fld>
            <a:endParaRPr lang="it-IT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21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F8E3325C-F2A1-0140-9DDC-8BDEEBA2D3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31" b="1157"/>
          <a:stretch/>
        </p:blipFill>
        <p:spPr>
          <a:xfrm>
            <a:off x="-21007" y="0"/>
            <a:ext cx="9165007" cy="449625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FBE0F059-A45C-4741-BD64-0EEA5FFCC14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0000"/>
          </a:blip>
          <a:srcRect l="833"/>
          <a:stretch/>
        </p:blipFill>
        <p:spPr>
          <a:xfrm>
            <a:off x="-17472" y="-74838"/>
            <a:ext cx="6605007" cy="4644000"/>
          </a:xfrm>
          <a:prstGeom prst="rect">
            <a:avLst/>
          </a:prstGeom>
        </p:spPr>
      </p:pic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7BF19BFD-5066-804E-AA2C-25FE5BDBF4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334577" y="4595092"/>
            <a:ext cx="474846" cy="244675"/>
          </a:xfrm>
        </p:spPr>
        <p:txBody>
          <a:bodyPr/>
          <a:lstStyle/>
          <a:p>
            <a:fld id="{E1A248C8-F8BB-E445-A375-7E790E0AFF1F}" type="slidenum">
              <a:rPr lang="it-IT" smtClean="0">
                <a:latin typeface="Gill Sans MT" panose="020B0502020104020203" pitchFamily="34" charset="0"/>
              </a:rPr>
              <a:pPr/>
              <a:t>5</a:t>
            </a:fld>
            <a:endParaRPr lang="it-IT" dirty="0">
              <a:latin typeface="Gill Sans MT" panose="020B0502020104020203" pitchFamily="34" charset="0"/>
            </a:endParaRPr>
          </a:p>
        </p:txBody>
      </p:sp>
      <p:pic>
        <p:nvPicPr>
          <p:cNvPr id="9" name="Elemento grafico 12">
            <a:extLst>
              <a:ext uri="{FF2B5EF4-FFF2-40B4-BE49-F238E27FC236}">
                <a16:creationId xmlns:a16="http://schemas.microsoft.com/office/drawing/2014/main" id="{4555CD27-4999-E04E-B4E3-E44401F853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4342" y="1928053"/>
            <a:ext cx="727155" cy="740621"/>
          </a:xfrm>
          <a:prstGeom prst="rect">
            <a:avLst/>
          </a:prstGeom>
        </p:spPr>
      </p:pic>
      <p:sp>
        <p:nvSpPr>
          <p:cNvPr id="14" name="Titolo 1">
            <a:extLst>
              <a:ext uri="{FF2B5EF4-FFF2-40B4-BE49-F238E27FC236}">
                <a16:creationId xmlns:a16="http://schemas.microsoft.com/office/drawing/2014/main" id="{38F125DB-9449-5C4B-A868-142C59A506E4}"/>
              </a:ext>
            </a:extLst>
          </p:cNvPr>
          <p:cNvSpPr txBox="1">
            <a:spLocks/>
          </p:cNvSpPr>
          <p:nvPr/>
        </p:nvSpPr>
        <p:spPr>
          <a:xfrm>
            <a:off x="2391375" y="1928052"/>
            <a:ext cx="3312805" cy="75129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t-IT" sz="2000" b="1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32773CE-523F-0047-8C7D-1EBEE842A7A6}"/>
              </a:ext>
            </a:extLst>
          </p:cNvPr>
          <p:cNvSpPr txBox="1"/>
          <p:nvPr/>
        </p:nvSpPr>
        <p:spPr>
          <a:xfrm>
            <a:off x="5150940" y="48371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3735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9174DEA8-EEE1-9948-9333-12CA0E0570D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112"/>
          <a:stretch/>
        </p:blipFill>
        <p:spPr>
          <a:xfrm>
            <a:off x="0" y="-1"/>
            <a:ext cx="9160817" cy="449625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5D67547-5124-994A-B329-17E7240AB09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0000"/>
          </a:blip>
          <a:srcRect l="833"/>
          <a:stretch/>
        </p:blipFill>
        <p:spPr>
          <a:xfrm>
            <a:off x="-17472" y="-74838"/>
            <a:ext cx="6605007" cy="4644000"/>
          </a:xfrm>
          <a:prstGeom prst="rect">
            <a:avLst/>
          </a:prstGeom>
        </p:spPr>
      </p:pic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7BF19BFD-5066-804E-AA2C-25FE5BDBF4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334577" y="4595092"/>
            <a:ext cx="474846" cy="244675"/>
          </a:xfrm>
        </p:spPr>
        <p:txBody>
          <a:bodyPr/>
          <a:lstStyle/>
          <a:p>
            <a:fld id="{E1A248C8-F8BB-E445-A375-7E790E0AFF1F}" type="slidenum">
              <a:rPr lang="it-IT" smtClean="0">
                <a:latin typeface="Gill Sans MT" panose="020B0502020104020203" pitchFamily="34" charset="0"/>
              </a:rPr>
              <a:pPr/>
              <a:t>6</a:t>
            </a:fld>
            <a:endParaRPr lang="it-IT" dirty="0">
              <a:latin typeface="Gill Sans MT" panose="020B0502020104020203" pitchFamily="34" charset="0"/>
            </a:endParaRPr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CEA22697-EAC3-8945-9299-B3EE8C026263}"/>
              </a:ext>
            </a:extLst>
          </p:cNvPr>
          <p:cNvSpPr txBox="1">
            <a:spLocks/>
          </p:cNvSpPr>
          <p:nvPr/>
        </p:nvSpPr>
        <p:spPr>
          <a:xfrm>
            <a:off x="2391375" y="1928052"/>
            <a:ext cx="3312805" cy="75129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t-IT" sz="2000" b="1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</a:p>
        </p:txBody>
      </p:sp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CA4616F0-4745-AD41-B57C-32C5FEC165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4342" y="1928053"/>
            <a:ext cx="728117" cy="7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57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1">
            <a:extLst>
              <a:ext uri="{FF2B5EF4-FFF2-40B4-BE49-F238E27FC236}">
                <a16:creationId xmlns:a16="http://schemas.microsoft.com/office/drawing/2014/main" id="{4D9874C4-7C42-984A-A5EB-AD2143EDCC6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1AEE570A-683B-424A-B904-6123AEEB58E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334577" y="4595092"/>
            <a:ext cx="474846" cy="244675"/>
          </a:xfrm>
        </p:spPr>
        <p:txBody>
          <a:bodyPr/>
          <a:lstStyle/>
          <a:p>
            <a:fld id="{E1A248C8-F8BB-E445-A375-7E790E0AFF1F}" type="slidenum">
              <a:rPr lang="it-IT" smtClean="0"/>
              <a:pPr/>
              <a:t>7</a:t>
            </a:fld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11003F8-D0A8-8046-A0C2-19F54164BE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TITLE PRESENTATION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DAE86C5-4592-1649-BFC6-904BF075D4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87DDDB0B-15E9-F246-B5B7-3E0A7CAA49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/>
              <a:t>Text</a:t>
            </a:r>
          </a:p>
          <a:p>
            <a:r>
              <a:rPr lang="en-GB" dirty="0"/>
              <a:t>Text</a:t>
            </a:r>
          </a:p>
          <a:p>
            <a:pPr lvl="1"/>
            <a:r>
              <a:rPr lang="en-GB" dirty="0"/>
              <a:t>Text</a:t>
            </a:r>
          </a:p>
          <a:p>
            <a:pPr lvl="1"/>
            <a:r>
              <a:rPr lang="en-GB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5013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1">
            <a:extLst>
              <a:ext uri="{FF2B5EF4-FFF2-40B4-BE49-F238E27FC236}">
                <a16:creationId xmlns:a16="http://schemas.microsoft.com/office/drawing/2014/main" id="{DA360AAF-827B-F448-B9B9-39FECB3999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76E47515-AD7D-D042-82F5-5B571F46631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4334577" y="4595092"/>
            <a:ext cx="474846" cy="244675"/>
          </a:xfrm>
        </p:spPr>
        <p:txBody>
          <a:bodyPr/>
          <a:lstStyle/>
          <a:p>
            <a:fld id="{E1A248C8-F8BB-E445-A375-7E790E0AFF1F}" type="slidenum">
              <a:rPr lang="it-IT" smtClean="0"/>
              <a:pPr/>
              <a:t>8</a:t>
            </a:fld>
            <a:endParaRPr lang="it-IT" dirty="0"/>
          </a:p>
        </p:txBody>
      </p:sp>
      <p:sp>
        <p:nvSpPr>
          <p:cNvPr id="4" name="Segnaposto immagine 3">
            <a:extLst>
              <a:ext uri="{FF2B5EF4-FFF2-40B4-BE49-F238E27FC236}">
                <a16:creationId xmlns:a16="http://schemas.microsoft.com/office/drawing/2014/main" id="{F6F745B9-AA22-8A4B-88C2-78F04F3FB33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4E4893F-8622-E649-8101-D251F4E03A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TITLE PRESENTATION</a:t>
            </a:r>
          </a:p>
          <a:p>
            <a:endParaRPr lang="en-GB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AB7E5AAE-F6EF-1649-B12D-4E2C35F934B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  <a:p>
            <a:endParaRPr lang="en-GB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B62D1CF-C73B-6749-B09A-AC9B92B4D2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14202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96C66DC-F63D-034E-9DAA-505E18D06F5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334577" y="4595092"/>
            <a:ext cx="474846" cy="244675"/>
          </a:xfrm>
        </p:spPr>
        <p:txBody>
          <a:bodyPr/>
          <a:lstStyle/>
          <a:p>
            <a:fld id="{E1A248C8-F8BB-E445-A375-7E790E0AFF1F}" type="slidenum">
              <a:rPr lang="it-IT" smtClean="0"/>
              <a:pPr/>
              <a:t>9</a:t>
            </a:fld>
            <a:endParaRPr lang="it-IT" dirty="0"/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632D88A3-199F-D044-AB29-AB89ED4384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TITLE PRESENTATION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54CCC70-2F0F-1645-B7B1-5CCAE8B125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DFDAAD7-C676-4C44-BB43-75A90F72F3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4503" y="1318102"/>
            <a:ext cx="2314191" cy="2070227"/>
          </a:xfrm>
        </p:spPr>
        <p:txBody>
          <a:bodyPr/>
          <a:lstStyle/>
          <a:p>
            <a:r>
              <a:rPr lang="en-GB" dirty="0"/>
              <a:t>Text</a:t>
            </a:r>
          </a:p>
        </p:txBody>
      </p: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21D1F2BB-71DE-908D-9280-0754C4CB1524}"/>
              </a:ext>
            </a:extLst>
          </p:cNvPr>
          <p:cNvGrpSpPr/>
          <p:nvPr/>
        </p:nvGrpSpPr>
        <p:grpSpPr>
          <a:xfrm>
            <a:off x="3160592" y="371126"/>
            <a:ext cx="5866532" cy="4378451"/>
            <a:chOff x="4389864" y="628445"/>
            <a:chExt cx="7822043" cy="5837935"/>
          </a:xfrm>
        </p:grpSpPr>
        <p:graphicFrame>
          <p:nvGraphicFramePr>
            <p:cNvPr id="21" name="Grafico 20">
              <a:extLst>
                <a:ext uri="{FF2B5EF4-FFF2-40B4-BE49-F238E27FC236}">
                  <a16:creationId xmlns:a16="http://schemas.microsoft.com/office/drawing/2014/main" id="{2F8F7730-8E59-4974-0E8C-FF718AC7458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93776664"/>
                </p:ext>
              </p:extLst>
            </p:nvPr>
          </p:nvGraphicFramePr>
          <p:xfrm>
            <a:off x="5011387" y="628445"/>
            <a:ext cx="7200520" cy="583793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B9F52FDB-832B-40B5-07CD-332BB50E346E}"/>
                </a:ext>
              </a:extLst>
            </p:cNvPr>
            <p:cNvSpPr/>
            <p:nvPr/>
          </p:nvSpPr>
          <p:spPr>
            <a:xfrm>
              <a:off x="10040572" y="1440597"/>
              <a:ext cx="1869387" cy="104079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b="0" i="0" u="none" strike="noStrike" kern="1200" baseline="0">
                  <a:solidFill>
                    <a:srgbClr val="000000"/>
                  </a:solidFill>
                  <a:latin typeface="Gill Sans MT"/>
                  <a:ea typeface="+mn-ea"/>
                  <a:cs typeface="Gill Sans MT"/>
                </a:defRPr>
              </a:pPr>
              <a:r>
                <a:rPr kumimoji="0" lang="it-IT" sz="11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Heavy </a:t>
              </a:r>
              <a:r>
                <a:rPr kumimoji="0" lang="it-IT" sz="1100" b="0" i="0" u="none" strike="noStrike" kern="1200" cap="all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construction</a:t>
              </a:r>
              <a:endPara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r" defTabSz="457200" rtl="0" eaLnBrk="1" fontAlgn="auto" latinLnBrk="0" hangingPunct="1">
                <a:lnSpc>
                  <a:spcPts val="3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000" b="1" i="0" u="none" strike="noStrike" kern="1200" cap="all" spc="0" normalizeH="0" baseline="0" noProof="0" dirty="0">
                  <a:ln>
                    <a:noFill/>
                  </a:ln>
                  <a:solidFill>
                    <a:srgbClr val="3D5D89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60%</a:t>
              </a:r>
              <a:endParaRPr kumimoji="0" lang="it-IT" sz="1050" b="0" i="0" u="none" strike="noStrike" kern="1200" cap="none" spc="0" normalizeH="0" baseline="0" noProof="0" dirty="0">
                <a:ln>
                  <a:noFill/>
                </a:ln>
                <a:solidFill>
                  <a:srgbClr val="3D5D89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D0D83564-8D7F-70B5-6D3D-AB3F678751ED}"/>
                </a:ext>
              </a:extLst>
            </p:cNvPr>
            <p:cNvSpPr/>
            <p:nvPr/>
          </p:nvSpPr>
          <p:spPr>
            <a:xfrm>
              <a:off x="4690243" y="4243813"/>
              <a:ext cx="1639625" cy="104079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b="0" i="0" u="none" strike="noStrike" kern="1200" baseline="0">
                  <a:solidFill>
                    <a:srgbClr val="000000"/>
                  </a:solidFill>
                  <a:latin typeface="Gill Sans MT"/>
                  <a:ea typeface="+mn-ea"/>
                  <a:cs typeface="Gill Sans MT"/>
                </a:defRPr>
              </a:pPr>
              <a:r>
                <a:rPr kumimoji="0" lang="it-IT" sz="11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Heavy </a:t>
              </a:r>
              <a:r>
                <a:rPr kumimoji="0" lang="it-IT" sz="1100" b="0" i="0" u="none" strike="noStrike" kern="1200" cap="all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haulage</a:t>
              </a:r>
              <a:endPara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3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000" b="1" i="0" u="none" strike="noStrike" kern="1200" cap="all" spc="0" normalizeH="0" baseline="0" noProof="0" dirty="0">
                  <a:ln>
                    <a:noFill/>
                  </a:ln>
                  <a:solidFill>
                    <a:srgbClr val="3D5D89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1%</a:t>
              </a:r>
            </a:p>
          </p:txBody>
        </p:sp>
        <p:sp>
          <p:nvSpPr>
            <p:cNvPr id="24" name="Rettangolo 23">
              <a:extLst>
                <a:ext uri="{FF2B5EF4-FFF2-40B4-BE49-F238E27FC236}">
                  <a16:creationId xmlns:a16="http://schemas.microsoft.com/office/drawing/2014/main" id="{B8E15145-5E22-FD95-A98E-8930039DD60A}"/>
                </a:ext>
              </a:extLst>
            </p:cNvPr>
            <p:cNvSpPr/>
            <p:nvPr/>
          </p:nvSpPr>
          <p:spPr>
            <a:xfrm>
              <a:off x="5605761" y="953432"/>
              <a:ext cx="2371171" cy="81509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b="0" i="0" u="none" strike="noStrike" kern="1200" baseline="0">
                  <a:solidFill>
                    <a:srgbClr val="000000"/>
                  </a:solidFill>
                  <a:latin typeface="Gill Sans MT"/>
                  <a:ea typeface="+mn-ea"/>
                  <a:cs typeface="Gill Sans MT"/>
                </a:defRPr>
              </a:pPr>
              <a:r>
                <a:rPr kumimoji="0" lang="it-IT" sz="1100" b="0" i="0" u="none" strike="noStrike" kern="1200" cap="all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Other</a:t>
              </a:r>
              <a:r>
                <a:rPr kumimoji="0" lang="it-IT" sz="11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 - VOCATIONAL</a:t>
              </a:r>
              <a:endPara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3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000" b="1" i="0" u="none" strike="noStrike" kern="1200" cap="all" spc="0" normalizeH="0" baseline="0" noProof="0" dirty="0">
                  <a:ln>
                    <a:noFill/>
                  </a:ln>
                  <a:solidFill>
                    <a:srgbClr val="3D5D89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9%</a:t>
              </a:r>
            </a:p>
          </p:txBody>
        </p:sp>
        <p:sp>
          <p:nvSpPr>
            <p:cNvPr id="25" name="Rettangolo 24">
              <a:extLst>
                <a:ext uri="{FF2B5EF4-FFF2-40B4-BE49-F238E27FC236}">
                  <a16:creationId xmlns:a16="http://schemas.microsoft.com/office/drawing/2014/main" id="{1EA11D5F-62FB-6770-8228-38D203B4D4D4}"/>
                </a:ext>
              </a:extLst>
            </p:cNvPr>
            <p:cNvSpPr/>
            <p:nvPr/>
          </p:nvSpPr>
          <p:spPr>
            <a:xfrm>
              <a:off x="4923045" y="1936270"/>
              <a:ext cx="1869387" cy="81509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b="0" i="0" u="none" strike="noStrike" kern="1200" baseline="0">
                  <a:solidFill>
                    <a:srgbClr val="000000"/>
                  </a:solidFill>
                  <a:latin typeface="Gill Sans MT"/>
                  <a:ea typeface="+mn-ea"/>
                  <a:cs typeface="Gill Sans MT"/>
                </a:defRPr>
              </a:pPr>
              <a:r>
                <a:rPr kumimoji="0" lang="it-IT" sz="1100" b="0" i="0" u="none" strike="noStrike" kern="1200" cap="all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Oil</a:t>
              </a:r>
              <a:r>
                <a:rPr kumimoji="0" lang="it-IT" sz="11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 &amp; gas</a:t>
              </a:r>
              <a:endPara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3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000" b="1" i="0" u="none" strike="noStrike" kern="1200" cap="all" spc="0" normalizeH="0" baseline="0" noProof="0" dirty="0">
                  <a:ln>
                    <a:noFill/>
                  </a:ln>
                  <a:solidFill>
                    <a:srgbClr val="3D5D89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10%</a:t>
              </a:r>
            </a:p>
          </p:txBody>
        </p:sp>
        <p:sp>
          <p:nvSpPr>
            <p:cNvPr id="26" name="Rettangolo 25">
              <a:extLst>
                <a:ext uri="{FF2B5EF4-FFF2-40B4-BE49-F238E27FC236}">
                  <a16:creationId xmlns:a16="http://schemas.microsoft.com/office/drawing/2014/main" id="{AE7881BE-42F5-F918-C9FA-1C1B792E5F52}"/>
                </a:ext>
              </a:extLst>
            </p:cNvPr>
            <p:cNvSpPr/>
            <p:nvPr/>
          </p:nvSpPr>
          <p:spPr>
            <a:xfrm>
              <a:off x="4389864" y="3110413"/>
              <a:ext cx="1869387" cy="104079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b="0" i="0" u="none" strike="noStrike" kern="1200" baseline="0">
                  <a:solidFill>
                    <a:srgbClr val="000000"/>
                  </a:solidFill>
                  <a:latin typeface="Gill Sans MT"/>
                  <a:ea typeface="+mn-ea"/>
                  <a:cs typeface="Gill Sans MT"/>
                </a:defRPr>
              </a:pPr>
              <a:r>
                <a:rPr kumimoji="0" lang="it-IT" sz="1100" b="0" i="0" u="none" strike="noStrike" kern="1200" cap="all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Mining</a:t>
              </a:r>
              <a:r>
                <a:rPr kumimoji="0" lang="it-IT" sz="1100" b="0" i="0" u="none" strike="noStrike" kern="1200" cap="all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 &amp; </a:t>
              </a:r>
              <a:r>
                <a:rPr kumimoji="0" lang="it-IT" sz="1100" b="0" i="0" u="none" strike="noStrike" kern="1200" cap="all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Quarry</a:t>
              </a:r>
              <a:endPara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3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000" b="1" i="0" u="none" strike="noStrike" kern="1200" cap="all" spc="0" normalizeH="0" baseline="0" noProof="0" dirty="0">
                  <a:ln>
                    <a:noFill/>
                  </a:ln>
                  <a:solidFill>
                    <a:srgbClr val="3D5D89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20%</a:t>
              </a:r>
            </a:p>
          </p:txBody>
        </p:sp>
        <p:sp>
          <p:nvSpPr>
            <p:cNvPr id="27" name="Figura a mano libera 26">
              <a:extLst>
                <a:ext uri="{FF2B5EF4-FFF2-40B4-BE49-F238E27FC236}">
                  <a16:creationId xmlns:a16="http://schemas.microsoft.com/office/drawing/2014/main" id="{E2670950-4BA8-9513-8D69-5DC5BF6480F2}"/>
                </a:ext>
              </a:extLst>
            </p:cNvPr>
            <p:cNvSpPr/>
            <p:nvPr/>
          </p:nvSpPr>
          <p:spPr>
            <a:xfrm flipV="1">
              <a:off x="9763095" y="2026865"/>
              <a:ext cx="2114657" cy="488469"/>
            </a:xfrm>
            <a:custGeom>
              <a:avLst/>
              <a:gdLst>
                <a:gd name="connsiteX0" fmla="*/ 0 w 1601491"/>
                <a:gd name="connsiteY0" fmla="*/ 0 h 749085"/>
                <a:gd name="connsiteX1" fmla="*/ 485613 w 1601491"/>
                <a:gd name="connsiteY1" fmla="*/ 749085 h 749085"/>
                <a:gd name="connsiteX2" fmla="*/ 1601491 w 1601491"/>
                <a:gd name="connsiteY2" fmla="*/ 743919 h 749085"/>
                <a:gd name="connsiteX0" fmla="*/ 0 w 1585993"/>
                <a:gd name="connsiteY0" fmla="*/ 0 h 728420"/>
                <a:gd name="connsiteX1" fmla="*/ 470115 w 1585993"/>
                <a:gd name="connsiteY1" fmla="*/ 728420 h 728420"/>
                <a:gd name="connsiteX2" fmla="*/ 1585993 w 1585993"/>
                <a:gd name="connsiteY2" fmla="*/ 723254 h 728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5993" h="728420">
                  <a:moveTo>
                    <a:pt x="0" y="0"/>
                  </a:moveTo>
                  <a:lnTo>
                    <a:pt x="470115" y="728420"/>
                  </a:lnTo>
                  <a:lnTo>
                    <a:pt x="1585993" y="723254"/>
                  </a:lnTo>
                </a:path>
              </a:pathLst>
            </a:custGeom>
            <a:noFill/>
            <a:ln w="6350">
              <a:solidFill>
                <a:schemeClr val="tx1"/>
              </a:solidFill>
              <a:headEnd type="oval" w="sm" len="sm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igura a mano libera 27">
              <a:extLst>
                <a:ext uri="{FF2B5EF4-FFF2-40B4-BE49-F238E27FC236}">
                  <a16:creationId xmlns:a16="http://schemas.microsoft.com/office/drawing/2014/main" id="{8B208D34-E719-7E19-8DFD-B4125FC8F8CC}"/>
                </a:ext>
              </a:extLst>
            </p:cNvPr>
            <p:cNvSpPr/>
            <p:nvPr/>
          </p:nvSpPr>
          <p:spPr>
            <a:xfrm flipH="1" flipV="1">
              <a:off x="4778474" y="4785588"/>
              <a:ext cx="2804550" cy="414778"/>
            </a:xfrm>
            <a:custGeom>
              <a:avLst/>
              <a:gdLst>
                <a:gd name="connsiteX0" fmla="*/ 0 w 1601491"/>
                <a:gd name="connsiteY0" fmla="*/ 0 h 749085"/>
                <a:gd name="connsiteX1" fmla="*/ 485613 w 1601491"/>
                <a:gd name="connsiteY1" fmla="*/ 749085 h 749085"/>
                <a:gd name="connsiteX2" fmla="*/ 1601491 w 1601491"/>
                <a:gd name="connsiteY2" fmla="*/ 743919 h 749085"/>
                <a:gd name="connsiteX0" fmla="*/ 0 w 1585993"/>
                <a:gd name="connsiteY0" fmla="*/ 0 h 728420"/>
                <a:gd name="connsiteX1" fmla="*/ 470115 w 1585993"/>
                <a:gd name="connsiteY1" fmla="*/ 728420 h 728420"/>
                <a:gd name="connsiteX2" fmla="*/ 1585993 w 1585993"/>
                <a:gd name="connsiteY2" fmla="*/ 723254 h 728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5993" h="728420">
                  <a:moveTo>
                    <a:pt x="0" y="0"/>
                  </a:moveTo>
                  <a:lnTo>
                    <a:pt x="470115" y="728420"/>
                  </a:lnTo>
                  <a:lnTo>
                    <a:pt x="1585993" y="723254"/>
                  </a:lnTo>
                </a:path>
              </a:pathLst>
            </a:custGeom>
            <a:noFill/>
            <a:ln w="6350">
              <a:solidFill>
                <a:schemeClr val="tx1"/>
              </a:solidFill>
              <a:headEnd type="oval" w="sm" len="sm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igura a mano libera 28">
              <a:extLst>
                <a:ext uri="{FF2B5EF4-FFF2-40B4-BE49-F238E27FC236}">
                  <a16:creationId xmlns:a16="http://schemas.microsoft.com/office/drawing/2014/main" id="{3368C475-F0C5-A321-B316-DD260756A05B}"/>
                </a:ext>
              </a:extLst>
            </p:cNvPr>
            <p:cNvSpPr/>
            <p:nvPr/>
          </p:nvSpPr>
          <p:spPr>
            <a:xfrm flipH="1">
              <a:off x="4464778" y="3664343"/>
              <a:ext cx="2473724" cy="117721"/>
            </a:xfrm>
            <a:custGeom>
              <a:avLst/>
              <a:gdLst>
                <a:gd name="connsiteX0" fmla="*/ 0 w 1601491"/>
                <a:gd name="connsiteY0" fmla="*/ 0 h 749085"/>
                <a:gd name="connsiteX1" fmla="*/ 485613 w 1601491"/>
                <a:gd name="connsiteY1" fmla="*/ 749085 h 749085"/>
                <a:gd name="connsiteX2" fmla="*/ 1601491 w 1601491"/>
                <a:gd name="connsiteY2" fmla="*/ 743919 h 749085"/>
                <a:gd name="connsiteX0" fmla="*/ 0 w 1585993"/>
                <a:gd name="connsiteY0" fmla="*/ 0 h 728420"/>
                <a:gd name="connsiteX1" fmla="*/ 470115 w 1585993"/>
                <a:gd name="connsiteY1" fmla="*/ 728420 h 728420"/>
                <a:gd name="connsiteX2" fmla="*/ 1585993 w 1585993"/>
                <a:gd name="connsiteY2" fmla="*/ 723254 h 728420"/>
                <a:gd name="connsiteX0" fmla="*/ 206645 w 1115878"/>
                <a:gd name="connsiteY0" fmla="*/ 0 h 2050942"/>
                <a:gd name="connsiteX1" fmla="*/ 0 w 1115878"/>
                <a:gd name="connsiteY1" fmla="*/ 2050942 h 2050942"/>
                <a:gd name="connsiteX2" fmla="*/ 1115878 w 1115878"/>
                <a:gd name="connsiteY2" fmla="*/ 2045776 h 2050942"/>
                <a:gd name="connsiteX0" fmla="*/ 0 w 909233"/>
                <a:gd name="connsiteY0" fmla="*/ 175648 h 2221424"/>
                <a:gd name="connsiteX1" fmla="*/ 743917 w 909233"/>
                <a:gd name="connsiteY1" fmla="*/ 0 h 2221424"/>
                <a:gd name="connsiteX2" fmla="*/ 909233 w 909233"/>
                <a:gd name="connsiteY2" fmla="*/ 2221424 h 2221424"/>
                <a:gd name="connsiteX0" fmla="*/ 0 w 1570494"/>
                <a:gd name="connsiteY0" fmla="*/ 175648 h 175648"/>
                <a:gd name="connsiteX1" fmla="*/ 743917 w 1570494"/>
                <a:gd name="connsiteY1" fmla="*/ 0 h 175648"/>
                <a:gd name="connsiteX2" fmla="*/ 1570494 w 1570494"/>
                <a:gd name="connsiteY2" fmla="*/ 0 h 175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70494" h="175648">
                  <a:moveTo>
                    <a:pt x="0" y="175648"/>
                  </a:moveTo>
                  <a:lnTo>
                    <a:pt x="743917" y="0"/>
                  </a:lnTo>
                  <a:lnTo>
                    <a:pt x="1570494" y="0"/>
                  </a:lnTo>
                </a:path>
              </a:pathLst>
            </a:custGeom>
            <a:noFill/>
            <a:ln w="6350">
              <a:solidFill>
                <a:schemeClr val="tx1"/>
              </a:solidFill>
              <a:headEnd type="oval" w="sm" len="sm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igura a mano libera 29">
              <a:extLst>
                <a:ext uri="{FF2B5EF4-FFF2-40B4-BE49-F238E27FC236}">
                  <a16:creationId xmlns:a16="http://schemas.microsoft.com/office/drawing/2014/main" id="{A3BFC87E-679C-926B-7DA6-18B2BE0A0E50}"/>
                </a:ext>
              </a:extLst>
            </p:cNvPr>
            <p:cNvSpPr/>
            <p:nvPr/>
          </p:nvSpPr>
          <p:spPr>
            <a:xfrm flipH="1">
              <a:off x="5039771" y="2295298"/>
              <a:ext cx="2114658" cy="414778"/>
            </a:xfrm>
            <a:custGeom>
              <a:avLst/>
              <a:gdLst>
                <a:gd name="connsiteX0" fmla="*/ 0 w 1601491"/>
                <a:gd name="connsiteY0" fmla="*/ 0 h 749085"/>
                <a:gd name="connsiteX1" fmla="*/ 485613 w 1601491"/>
                <a:gd name="connsiteY1" fmla="*/ 749085 h 749085"/>
                <a:gd name="connsiteX2" fmla="*/ 1601491 w 1601491"/>
                <a:gd name="connsiteY2" fmla="*/ 743919 h 749085"/>
                <a:gd name="connsiteX0" fmla="*/ 0 w 1585993"/>
                <a:gd name="connsiteY0" fmla="*/ 0 h 728420"/>
                <a:gd name="connsiteX1" fmla="*/ 470115 w 1585993"/>
                <a:gd name="connsiteY1" fmla="*/ 728420 h 728420"/>
                <a:gd name="connsiteX2" fmla="*/ 1585993 w 1585993"/>
                <a:gd name="connsiteY2" fmla="*/ 723254 h 728420"/>
                <a:gd name="connsiteX0" fmla="*/ 206645 w 1115878"/>
                <a:gd name="connsiteY0" fmla="*/ 0 h 2050942"/>
                <a:gd name="connsiteX1" fmla="*/ 0 w 1115878"/>
                <a:gd name="connsiteY1" fmla="*/ 2050942 h 2050942"/>
                <a:gd name="connsiteX2" fmla="*/ 1115878 w 1115878"/>
                <a:gd name="connsiteY2" fmla="*/ 2045776 h 2050942"/>
                <a:gd name="connsiteX0" fmla="*/ 0 w 909233"/>
                <a:gd name="connsiteY0" fmla="*/ 175648 h 2221424"/>
                <a:gd name="connsiteX1" fmla="*/ 743917 w 909233"/>
                <a:gd name="connsiteY1" fmla="*/ 0 h 2221424"/>
                <a:gd name="connsiteX2" fmla="*/ 909233 w 909233"/>
                <a:gd name="connsiteY2" fmla="*/ 2221424 h 2221424"/>
                <a:gd name="connsiteX0" fmla="*/ 0 w 1570494"/>
                <a:gd name="connsiteY0" fmla="*/ 175648 h 175648"/>
                <a:gd name="connsiteX1" fmla="*/ 743917 w 1570494"/>
                <a:gd name="connsiteY1" fmla="*/ 0 h 175648"/>
                <a:gd name="connsiteX2" fmla="*/ 1570494 w 1570494"/>
                <a:gd name="connsiteY2" fmla="*/ 0 h 175648"/>
                <a:gd name="connsiteX0" fmla="*/ 0 w 1647986"/>
                <a:gd name="connsiteY0" fmla="*/ 557939 h 557939"/>
                <a:gd name="connsiteX1" fmla="*/ 821409 w 1647986"/>
                <a:gd name="connsiteY1" fmla="*/ 0 h 557939"/>
                <a:gd name="connsiteX2" fmla="*/ 1647986 w 1647986"/>
                <a:gd name="connsiteY2" fmla="*/ 0 h 55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47986" h="557939">
                  <a:moveTo>
                    <a:pt x="0" y="557939"/>
                  </a:moveTo>
                  <a:lnTo>
                    <a:pt x="821409" y="0"/>
                  </a:lnTo>
                  <a:lnTo>
                    <a:pt x="1647986" y="0"/>
                  </a:lnTo>
                </a:path>
              </a:pathLst>
            </a:custGeom>
            <a:noFill/>
            <a:ln w="6350">
              <a:solidFill>
                <a:schemeClr val="tx1"/>
              </a:solidFill>
              <a:headEnd type="oval" w="sm" len="sm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igura a mano libera 30">
              <a:extLst>
                <a:ext uri="{FF2B5EF4-FFF2-40B4-BE49-F238E27FC236}">
                  <a16:creationId xmlns:a16="http://schemas.microsoft.com/office/drawing/2014/main" id="{ED9DD168-2DA5-EA27-6F72-63C8C7C477D1}"/>
                </a:ext>
              </a:extLst>
            </p:cNvPr>
            <p:cNvSpPr/>
            <p:nvPr/>
          </p:nvSpPr>
          <p:spPr>
            <a:xfrm flipH="1">
              <a:off x="5701640" y="1309181"/>
              <a:ext cx="2549528" cy="592471"/>
            </a:xfrm>
            <a:custGeom>
              <a:avLst/>
              <a:gdLst>
                <a:gd name="connsiteX0" fmla="*/ 0 w 1601491"/>
                <a:gd name="connsiteY0" fmla="*/ 0 h 749085"/>
                <a:gd name="connsiteX1" fmla="*/ 485613 w 1601491"/>
                <a:gd name="connsiteY1" fmla="*/ 749085 h 749085"/>
                <a:gd name="connsiteX2" fmla="*/ 1601491 w 1601491"/>
                <a:gd name="connsiteY2" fmla="*/ 743919 h 749085"/>
                <a:gd name="connsiteX0" fmla="*/ 0 w 1585993"/>
                <a:gd name="connsiteY0" fmla="*/ 0 h 728420"/>
                <a:gd name="connsiteX1" fmla="*/ 470115 w 1585993"/>
                <a:gd name="connsiteY1" fmla="*/ 728420 h 728420"/>
                <a:gd name="connsiteX2" fmla="*/ 1585993 w 1585993"/>
                <a:gd name="connsiteY2" fmla="*/ 723254 h 728420"/>
                <a:gd name="connsiteX0" fmla="*/ 206645 w 1115878"/>
                <a:gd name="connsiteY0" fmla="*/ 0 h 2050942"/>
                <a:gd name="connsiteX1" fmla="*/ 0 w 1115878"/>
                <a:gd name="connsiteY1" fmla="*/ 2050942 h 2050942"/>
                <a:gd name="connsiteX2" fmla="*/ 1115878 w 1115878"/>
                <a:gd name="connsiteY2" fmla="*/ 2045776 h 2050942"/>
                <a:gd name="connsiteX0" fmla="*/ 0 w 909233"/>
                <a:gd name="connsiteY0" fmla="*/ 175648 h 2221424"/>
                <a:gd name="connsiteX1" fmla="*/ 743917 w 909233"/>
                <a:gd name="connsiteY1" fmla="*/ 0 h 2221424"/>
                <a:gd name="connsiteX2" fmla="*/ 909233 w 909233"/>
                <a:gd name="connsiteY2" fmla="*/ 2221424 h 2221424"/>
                <a:gd name="connsiteX0" fmla="*/ 0 w 1570494"/>
                <a:gd name="connsiteY0" fmla="*/ 175648 h 175648"/>
                <a:gd name="connsiteX1" fmla="*/ 743917 w 1570494"/>
                <a:gd name="connsiteY1" fmla="*/ 0 h 175648"/>
                <a:gd name="connsiteX2" fmla="*/ 1570494 w 1570494"/>
                <a:gd name="connsiteY2" fmla="*/ 0 h 175648"/>
                <a:gd name="connsiteX0" fmla="*/ 0 w 1647986"/>
                <a:gd name="connsiteY0" fmla="*/ 557939 h 557939"/>
                <a:gd name="connsiteX1" fmla="*/ 821409 w 1647986"/>
                <a:gd name="connsiteY1" fmla="*/ 0 h 557939"/>
                <a:gd name="connsiteX2" fmla="*/ 1647986 w 1647986"/>
                <a:gd name="connsiteY2" fmla="*/ 0 h 557939"/>
                <a:gd name="connsiteX0" fmla="*/ 0 w 1053884"/>
                <a:gd name="connsiteY0" fmla="*/ 573437 h 573437"/>
                <a:gd name="connsiteX1" fmla="*/ 227307 w 1053884"/>
                <a:gd name="connsiteY1" fmla="*/ 0 h 573437"/>
                <a:gd name="connsiteX2" fmla="*/ 1053884 w 1053884"/>
                <a:gd name="connsiteY2" fmla="*/ 0 h 57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3884" h="573437">
                  <a:moveTo>
                    <a:pt x="0" y="573437"/>
                  </a:moveTo>
                  <a:lnTo>
                    <a:pt x="227307" y="0"/>
                  </a:lnTo>
                  <a:lnTo>
                    <a:pt x="1053884" y="0"/>
                  </a:lnTo>
                </a:path>
              </a:pathLst>
            </a:custGeom>
            <a:noFill/>
            <a:ln w="6350">
              <a:solidFill>
                <a:schemeClr val="tx1"/>
              </a:solidFill>
              <a:headEnd type="oval" w="sm" len="sm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2213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BAC7572-7E80-054C-8D01-0CBD318560F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334577" y="4595092"/>
            <a:ext cx="474846" cy="244675"/>
          </a:xfrm>
        </p:spPr>
        <p:txBody>
          <a:bodyPr/>
          <a:lstStyle/>
          <a:p>
            <a:fld id="{E1A248C8-F8BB-E445-A375-7E790E0AFF1F}" type="slidenum">
              <a:rPr lang="it-IT" smtClean="0"/>
              <a:pPr/>
              <a:t>10</a:t>
            </a:fld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CAC8EB5-9278-B949-A6D0-4CABA78C0B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TITLE PRESENTATION</a:t>
            </a:r>
          </a:p>
          <a:p>
            <a:endParaRPr lang="en-GB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DEEBCAD-30B5-1846-ACCD-04B627BB38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  <a:p>
            <a:endParaRPr lang="en-GB" dirty="0"/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14240FE5-AA20-D14F-AFBD-B45910820A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Text</a:t>
            </a:r>
          </a:p>
        </p:txBody>
      </p:sp>
      <p:graphicFrame>
        <p:nvGraphicFramePr>
          <p:cNvPr id="6" name="Grafico 5">
            <a:extLst>
              <a:ext uri="{FF2B5EF4-FFF2-40B4-BE49-F238E27FC236}">
                <a16:creationId xmlns:a16="http://schemas.microsoft.com/office/drawing/2014/main" id="{3AD13233-2C04-6646-97CC-A0EB96EA9C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3421428"/>
              </p:ext>
            </p:extLst>
          </p:nvPr>
        </p:nvGraphicFramePr>
        <p:xfrm>
          <a:off x="3934691" y="895350"/>
          <a:ext cx="5043055" cy="3714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48867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7AEF77B-444B-0340-836D-17CA2B23CE9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334577" y="4595092"/>
            <a:ext cx="474846" cy="244675"/>
          </a:xfrm>
        </p:spPr>
        <p:txBody>
          <a:bodyPr/>
          <a:lstStyle/>
          <a:p>
            <a:fld id="{E1A248C8-F8BB-E445-A375-7E790E0AFF1F}" type="slidenum">
              <a:rPr lang="it-IT" smtClean="0"/>
              <a:pPr/>
              <a:t>11</a:t>
            </a:fld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1AC712E-0E14-C547-91F9-DB0598F68F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TITLE PRESENTATION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57E6212-52E3-E746-B931-8E3E3240955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1033DC8C-983D-8B4D-93D0-621E8CCE0C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Text</a:t>
            </a:r>
          </a:p>
        </p:txBody>
      </p:sp>
      <p:graphicFrame>
        <p:nvGraphicFramePr>
          <p:cNvPr id="6" name="Grafico 5">
            <a:extLst>
              <a:ext uri="{FF2B5EF4-FFF2-40B4-BE49-F238E27FC236}">
                <a16:creationId xmlns:a16="http://schemas.microsoft.com/office/drawing/2014/main" id="{A00B747D-5CD3-4240-994D-FFE06ABC75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1301277"/>
              </p:ext>
            </p:extLst>
          </p:nvPr>
        </p:nvGraphicFramePr>
        <p:xfrm>
          <a:off x="3574234" y="1147856"/>
          <a:ext cx="4624950" cy="35611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79409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4C93CEC-0DB1-7548-82B8-936D92D75F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334577" y="4595092"/>
            <a:ext cx="474846" cy="244675"/>
          </a:xfrm>
        </p:spPr>
        <p:txBody>
          <a:bodyPr/>
          <a:lstStyle/>
          <a:p>
            <a:fld id="{E1A248C8-F8BB-E445-A375-7E790E0AFF1F}" type="slidenum">
              <a:rPr lang="it-IT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8D0193B-BBEC-E247-A715-5F6C3591C5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TITLE PRESENTATION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3480098-8BB2-554D-B5A4-E5147CAB7F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7" name="Rectangle 49">
            <a:extLst>
              <a:ext uri="{FF2B5EF4-FFF2-40B4-BE49-F238E27FC236}">
                <a16:creationId xmlns:a16="http://schemas.microsoft.com/office/drawing/2014/main" id="{53CC6B4C-9512-A347-993E-2D4D8311846B}"/>
              </a:ext>
            </a:extLst>
          </p:cNvPr>
          <p:cNvSpPr/>
          <p:nvPr/>
        </p:nvSpPr>
        <p:spPr>
          <a:xfrm>
            <a:off x="0" y="1219713"/>
            <a:ext cx="9144000" cy="3073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1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50">
            <a:extLst>
              <a:ext uri="{FF2B5EF4-FFF2-40B4-BE49-F238E27FC236}">
                <a16:creationId xmlns:a16="http://schemas.microsoft.com/office/drawing/2014/main" id="{42625ABF-46D4-4743-8726-9DBBAC831151}"/>
              </a:ext>
            </a:extLst>
          </p:cNvPr>
          <p:cNvGrpSpPr/>
          <p:nvPr/>
        </p:nvGrpSpPr>
        <p:grpSpPr>
          <a:xfrm>
            <a:off x="7709965" y="1104614"/>
            <a:ext cx="1177399" cy="3188535"/>
            <a:chOff x="7379130" y="1109816"/>
            <a:chExt cx="1712765" cy="4638368"/>
          </a:xfrm>
        </p:grpSpPr>
        <p:sp>
          <p:nvSpPr>
            <p:cNvPr id="9" name="Rectangle 51">
              <a:extLst>
                <a:ext uri="{FF2B5EF4-FFF2-40B4-BE49-F238E27FC236}">
                  <a16:creationId xmlns:a16="http://schemas.microsoft.com/office/drawing/2014/main" id="{8A021D30-0259-5946-9EA9-4A4B668B31D5}"/>
                </a:ext>
              </a:extLst>
            </p:cNvPr>
            <p:cNvSpPr/>
            <p:nvPr/>
          </p:nvSpPr>
          <p:spPr>
            <a:xfrm>
              <a:off x="7379130" y="1314839"/>
              <a:ext cx="1712765" cy="44333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: Top Corners Rounded 52">
              <a:extLst>
                <a:ext uri="{FF2B5EF4-FFF2-40B4-BE49-F238E27FC236}">
                  <a16:creationId xmlns:a16="http://schemas.microsoft.com/office/drawing/2014/main" id="{52A865AC-F502-8343-B9D3-F5289815659B}"/>
                </a:ext>
              </a:extLst>
            </p:cNvPr>
            <p:cNvSpPr/>
            <p:nvPr/>
          </p:nvSpPr>
          <p:spPr>
            <a:xfrm>
              <a:off x="7379130" y="1109816"/>
              <a:ext cx="1712765" cy="67342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273D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53">
              <a:extLst>
                <a:ext uri="{FF2B5EF4-FFF2-40B4-BE49-F238E27FC236}">
                  <a16:creationId xmlns:a16="http://schemas.microsoft.com/office/drawing/2014/main" id="{04F4C281-412B-D549-87A9-298BD0AB0D0E}"/>
                </a:ext>
              </a:extLst>
            </p:cNvPr>
            <p:cNvSpPr txBox="1"/>
            <p:nvPr/>
          </p:nvSpPr>
          <p:spPr>
            <a:xfrm>
              <a:off x="7511605" y="1277251"/>
              <a:ext cx="1447814" cy="402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sp>
          <p:nvSpPr>
            <p:cNvPr id="12" name="TextBox 54">
              <a:extLst>
                <a:ext uri="{FF2B5EF4-FFF2-40B4-BE49-F238E27FC236}">
                  <a16:creationId xmlns:a16="http://schemas.microsoft.com/office/drawing/2014/main" id="{D7145F11-B804-4349-8520-3F180A2CCB43}"/>
                </a:ext>
              </a:extLst>
            </p:cNvPr>
            <p:cNvSpPr txBox="1"/>
            <p:nvPr/>
          </p:nvSpPr>
          <p:spPr>
            <a:xfrm>
              <a:off x="7593053" y="2025952"/>
              <a:ext cx="1284920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55">
              <a:extLst>
                <a:ext uri="{FF2B5EF4-FFF2-40B4-BE49-F238E27FC236}">
                  <a16:creationId xmlns:a16="http://schemas.microsoft.com/office/drawing/2014/main" id="{13E9E8FD-8446-114E-A5E0-5F4C44953B9E}"/>
                </a:ext>
              </a:extLst>
            </p:cNvPr>
            <p:cNvSpPr txBox="1"/>
            <p:nvPr/>
          </p:nvSpPr>
          <p:spPr>
            <a:xfrm>
              <a:off x="7593053" y="2795546"/>
              <a:ext cx="1284920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56">
              <a:extLst>
                <a:ext uri="{FF2B5EF4-FFF2-40B4-BE49-F238E27FC236}">
                  <a16:creationId xmlns:a16="http://schemas.microsoft.com/office/drawing/2014/main" id="{27B7B4D3-02F9-FE4D-AD40-4BF15DF339D5}"/>
                </a:ext>
              </a:extLst>
            </p:cNvPr>
            <p:cNvSpPr txBox="1"/>
            <p:nvPr/>
          </p:nvSpPr>
          <p:spPr>
            <a:xfrm>
              <a:off x="7593053" y="3540966"/>
              <a:ext cx="1284920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57">
              <a:extLst>
                <a:ext uri="{FF2B5EF4-FFF2-40B4-BE49-F238E27FC236}">
                  <a16:creationId xmlns:a16="http://schemas.microsoft.com/office/drawing/2014/main" id="{E471E432-6D62-D347-98C3-C80B82395CAC}"/>
                </a:ext>
              </a:extLst>
            </p:cNvPr>
            <p:cNvSpPr txBox="1"/>
            <p:nvPr/>
          </p:nvSpPr>
          <p:spPr>
            <a:xfrm>
              <a:off x="7593053" y="4259477"/>
              <a:ext cx="1284920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58">
              <a:extLst>
                <a:ext uri="{FF2B5EF4-FFF2-40B4-BE49-F238E27FC236}">
                  <a16:creationId xmlns:a16="http://schemas.microsoft.com/office/drawing/2014/main" id="{AA44482B-897E-8946-BBC0-5B48E2CB16F3}"/>
                </a:ext>
              </a:extLst>
            </p:cNvPr>
            <p:cNvSpPr txBox="1"/>
            <p:nvPr/>
          </p:nvSpPr>
          <p:spPr>
            <a:xfrm>
              <a:off x="7593053" y="5043414"/>
              <a:ext cx="1284920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">
            <a:extLst>
              <a:ext uri="{FF2B5EF4-FFF2-40B4-BE49-F238E27FC236}">
                <a16:creationId xmlns:a16="http://schemas.microsoft.com/office/drawing/2014/main" id="{50B3BD28-EEDF-8248-8A69-FCD4DB116152}"/>
              </a:ext>
            </a:extLst>
          </p:cNvPr>
          <p:cNvGrpSpPr/>
          <p:nvPr/>
        </p:nvGrpSpPr>
        <p:grpSpPr>
          <a:xfrm>
            <a:off x="2039206" y="1104614"/>
            <a:ext cx="1177399" cy="3188535"/>
            <a:chOff x="3669620" y="1109816"/>
            <a:chExt cx="1712765" cy="4638368"/>
          </a:xfrm>
        </p:grpSpPr>
        <p:sp>
          <p:nvSpPr>
            <p:cNvPr id="18" name="Rectangle 2">
              <a:extLst>
                <a:ext uri="{FF2B5EF4-FFF2-40B4-BE49-F238E27FC236}">
                  <a16:creationId xmlns:a16="http://schemas.microsoft.com/office/drawing/2014/main" id="{D4D8237B-866A-1B43-9F58-62777D94199C}"/>
                </a:ext>
              </a:extLst>
            </p:cNvPr>
            <p:cNvSpPr/>
            <p:nvPr/>
          </p:nvSpPr>
          <p:spPr>
            <a:xfrm>
              <a:off x="3669620" y="1314839"/>
              <a:ext cx="1712765" cy="44333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: Top Corners Rounded 3">
              <a:extLst>
                <a:ext uri="{FF2B5EF4-FFF2-40B4-BE49-F238E27FC236}">
                  <a16:creationId xmlns:a16="http://schemas.microsoft.com/office/drawing/2014/main" id="{1FC59C92-49DD-0D4A-8A91-1CAA28E226F3}"/>
                </a:ext>
              </a:extLst>
            </p:cNvPr>
            <p:cNvSpPr/>
            <p:nvPr/>
          </p:nvSpPr>
          <p:spPr>
            <a:xfrm>
              <a:off x="3669620" y="1109816"/>
              <a:ext cx="1712765" cy="67342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273D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6078602A-956F-BE4E-8C9A-0C780F5DAF49}"/>
                </a:ext>
              </a:extLst>
            </p:cNvPr>
            <p:cNvSpPr txBox="1"/>
            <p:nvPr/>
          </p:nvSpPr>
          <p:spPr>
            <a:xfrm>
              <a:off x="3802095" y="1277251"/>
              <a:ext cx="1447814" cy="402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68226B28-AAB2-6848-B24D-44D27D2C63F7}"/>
                </a:ext>
              </a:extLst>
            </p:cNvPr>
            <p:cNvSpPr txBox="1"/>
            <p:nvPr/>
          </p:nvSpPr>
          <p:spPr>
            <a:xfrm>
              <a:off x="3952507" y="2025952"/>
              <a:ext cx="1146993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6">
              <a:extLst>
                <a:ext uri="{FF2B5EF4-FFF2-40B4-BE49-F238E27FC236}">
                  <a16:creationId xmlns:a16="http://schemas.microsoft.com/office/drawing/2014/main" id="{7FF25134-14D1-FD47-8CBC-623EF44D4EC0}"/>
                </a:ext>
              </a:extLst>
            </p:cNvPr>
            <p:cNvSpPr txBox="1"/>
            <p:nvPr/>
          </p:nvSpPr>
          <p:spPr>
            <a:xfrm>
              <a:off x="3952507" y="2795546"/>
              <a:ext cx="1146993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D73B1169-5EC0-5B49-859C-DC68E6133C78}"/>
                </a:ext>
              </a:extLst>
            </p:cNvPr>
            <p:cNvSpPr txBox="1"/>
            <p:nvPr/>
          </p:nvSpPr>
          <p:spPr>
            <a:xfrm>
              <a:off x="3952507" y="3540966"/>
              <a:ext cx="1146993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8">
              <a:extLst>
                <a:ext uri="{FF2B5EF4-FFF2-40B4-BE49-F238E27FC236}">
                  <a16:creationId xmlns:a16="http://schemas.microsoft.com/office/drawing/2014/main" id="{80B9B9CA-BDCE-714F-A15B-99A142597062}"/>
                </a:ext>
              </a:extLst>
            </p:cNvPr>
            <p:cNvSpPr txBox="1"/>
            <p:nvPr/>
          </p:nvSpPr>
          <p:spPr>
            <a:xfrm>
              <a:off x="3952507" y="4259477"/>
              <a:ext cx="1146993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9F653CA2-68B7-B345-93D3-2BFBAAEA2AB5}"/>
                </a:ext>
              </a:extLst>
            </p:cNvPr>
            <p:cNvSpPr txBox="1"/>
            <p:nvPr/>
          </p:nvSpPr>
          <p:spPr>
            <a:xfrm>
              <a:off x="3952507" y="5043414"/>
              <a:ext cx="1146993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" name="Group 10">
            <a:extLst>
              <a:ext uri="{FF2B5EF4-FFF2-40B4-BE49-F238E27FC236}">
                <a16:creationId xmlns:a16="http://schemas.microsoft.com/office/drawing/2014/main" id="{36BD033E-3D14-5A4E-9515-33644F2BC07C}"/>
              </a:ext>
            </a:extLst>
          </p:cNvPr>
          <p:cNvGrpSpPr/>
          <p:nvPr/>
        </p:nvGrpSpPr>
        <p:grpSpPr>
          <a:xfrm>
            <a:off x="3456896" y="1104614"/>
            <a:ext cx="1177399" cy="3188535"/>
            <a:chOff x="5524375" y="1109816"/>
            <a:chExt cx="1712765" cy="4638368"/>
          </a:xfrm>
        </p:grpSpPr>
        <p:sp>
          <p:nvSpPr>
            <p:cNvPr id="27" name="Rectangle 11">
              <a:extLst>
                <a:ext uri="{FF2B5EF4-FFF2-40B4-BE49-F238E27FC236}">
                  <a16:creationId xmlns:a16="http://schemas.microsoft.com/office/drawing/2014/main" id="{DD856853-4792-9F45-A5D7-A6AC239B7569}"/>
                </a:ext>
              </a:extLst>
            </p:cNvPr>
            <p:cNvSpPr/>
            <p:nvPr/>
          </p:nvSpPr>
          <p:spPr>
            <a:xfrm>
              <a:off x="5524375" y="1314839"/>
              <a:ext cx="1712765" cy="44333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Rectangle: Top Corners Rounded 12">
              <a:extLst>
                <a:ext uri="{FF2B5EF4-FFF2-40B4-BE49-F238E27FC236}">
                  <a16:creationId xmlns:a16="http://schemas.microsoft.com/office/drawing/2014/main" id="{D2AF718A-774D-1D46-B64C-C0039C7D1B34}"/>
                </a:ext>
              </a:extLst>
            </p:cNvPr>
            <p:cNvSpPr/>
            <p:nvPr/>
          </p:nvSpPr>
          <p:spPr>
            <a:xfrm>
              <a:off x="5524375" y="1109816"/>
              <a:ext cx="1712765" cy="67342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3D5D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Box 13">
              <a:extLst>
                <a:ext uri="{FF2B5EF4-FFF2-40B4-BE49-F238E27FC236}">
                  <a16:creationId xmlns:a16="http://schemas.microsoft.com/office/drawing/2014/main" id="{42C41B53-33A7-684B-A936-7998DE981CB5}"/>
                </a:ext>
              </a:extLst>
            </p:cNvPr>
            <p:cNvSpPr txBox="1"/>
            <p:nvPr/>
          </p:nvSpPr>
          <p:spPr>
            <a:xfrm>
              <a:off x="5656850" y="1277251"/>
              <a:ext cx="1447814" cy="402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sp>
          <p:nvSpPr>
            <p:cNvPr id="30" name="TextBox 14">
              <a:extLst>
                <a:ext uri="{FF2B5EF4-FFF2-40B4-BE49-F238E27FC236}">
                  <a16:creationId xmlns:a16="http://schemas.microsoft.com/office/drawing/2014/main" id="{A00D50CC-7097-5642-8F52-223272DA60F0}"/>
                </a:ext>
              </a:extLst>
            </p:cNvPr>
            <p:cNvSpPr txBox="1"/>
            <p:nvPr/>
          </p:nvSpPr>
          <p:spPr>
            <a:xfrm>
              <a:off x="5690295" y="2025952"/>
              <a:ext cx="1380921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TextBox 15">
              <a:extLst>
                <a:ext uri="{FF2B5EF4-FFF2-40B4-BE49-F238E27FC236}">
                  <a16:creationId xmlns:a16="http://schemas.microsoft.com/office/drawing/2014/main" id="{C180861C-3ACF-4F44-AA27-068ED87D48D9}"/>
                </a:ext>
              </a:extLst>
            </p:cNvPr>
            <p:cNvSpPr txBox="1"/>
            <p:nvPr/>
          </p:nvSpPr>
          <p:spPr>
            <a:xfrm>
              <a:off x="5690295" y="2795546"/>
              <a:ext cx="1380921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Box 16">
              <a:extLst>
                <a:ext uri="{FF2B5EF4-FFF2-40B4-BE49-F238E27FC236}">
                  <a16:creationId xmlns:a16="http://schemas.microsoft.com/office/drawing/2014/main" id="{747EFDF6-349A-BC4E-83C6-8D38CBFC0FEF}"/>
                </a:ext>
              </a:extLst>
            </p:cNvPr>
            <p:cNvSpPr txBox="1"/>
            <p:nvPr/>
          </p:nvSpPr>
          <p:spPr>
            <a:xfrm>
              <a:off x="5690295" y="3540966"/>
              <a:ext cx="1380921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17">
              <a:extLst>
                <a:ext uri="{FF2B5EF4-FFF2-40B4-BE49-F238E27FC236}">
                  <a16:creationId xmlns:a16="http://schemas.microsoft.com/office/drawing/2014/main" id="{25EEE7A0-DFDB-4143-8C12-410DF82ED957}"/>
                </a:ext>
              </a:extLst>
            </p:cNvPr>
            <p:cNvSpPr txBox="1"/>
            <p:nvPr/>
          </p:nvSpPr>
          <p:spPr>
            <a:xfrm>
              <a:off x="5690295" y="4259477"/>
              <a:ext cx="1380921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18">
              <a:extLst>
                <a:ext uri="{FF2B5EF4-FFF2-40B4-BE49-F238E27FC236}">
                  <a16:creationId xmlns:a16="http://schemas.microsoft.com/office/drawing/2014/main" id="{224CE41D-97EF-F94E-A1F2-4369E124EE90}"/>
                </a:ext>
              </a:extLst>
            </p:cNvPr>
            <p:cNvSpPr txBox="1"/>
            <p:nvPr/>
          </p:nvSpPr>
          <p:spPr>
            <a:xfrm>
              <a:off x="5690295" y="5043414"/>
              <a:ext cx="1380921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5" name="Group 19">
            <a:extLst>
              <a:ext uri="{FF2B5EF4-FFF2-40B4-BE49-F238E27FC236}">
                <a16:creationId xmlns:a16="http://schemas.microsoft.com/office/drawing/2014/main" id="{9E65135B-404E-B041-B435-902F3A9155AE}"/>
              </a:ext>
            </a:extLst>
          </p:cNvPr>
          <p:cNvGrpSpPr/>
          <p:nvPr/>
        </p:nvGrpSpPr>
        <p:grpSpPr>
          <a:xfrm>
            <a:off x="4874585" y="1104614"/>
            <a:ext cx="1177399" cy="3188535"/>
            <a:chOff x="7379130" y="1109816"/>
            <a:chExt cx="1712765" cy="4638368"/>
          </a:xfrm>
        </p:grpSpPr>
        <p:sp>
          <p:nvSpPr>
            <p:cNvPr id="36" name="Rectangle 20">
              <a:extLst>
                <a:ext uri="{FF2B5EF4-FFF2-40B4-BE49-F238E27FC236}">
                  <a16:creationId xmlns:a16="http://schemas.microsoft.com/office/drawing/2014/main" id="{75B03C9E-3E51-AB43-B9E4-ABDC87C8F0E1}"/>
                </a:ext>
              </a:extLst>
            </p:cNvPr>
            <p:cNvSpPr/>
            <p:nvPr/>
          </p:nvSpPr>
          <p:spPr>
            <a:xfrm>
              <a:off x="7379130" y="1314839"/>
              <a:ext cx="1712765" cy="44333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ectangle: Top Corners Rounded 21">
              <a:extLst>
                <a:ext uri="{FF2B5EF4-FFF2-40B4-BE49-F238E27FC236}">
                  <a16:creationId xmlns:a16="http://schemas.microsoft.com/office/drawing/2014/main" id="{C4C6DE10-B770-6B4A-A3D2-30DACF2C5E63}"/>
                </a:ext>
              </a:extLst>
            </p:cNvPr>
            <p:cNvSpPr/>
            <p:nvPr/>
          </p:nvSpPr>
          <p:spPr>
            <a:xfrm>
              <a:off x="7379130" y="1109816"/>
              <a:ext cx="1712765" cy="67342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273D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Box 22">
              <a:extLst>
                <a:ext uri="{FF2B5EF4-FFF2-40B4-BE49-F238E27FC236}">
                  <a16:creationId xmlns:a16="http://schemas.microsoft.com/office/drawing/2014/main" id="{BA2A1E80-8C79-5A44-A2D3-CCD08A7C95C6}"/>
                </a:ext>
              </a:extLst>
            </p:cNvPr>
            <p:cNvSpPr txBox="1"/>
            <p:nvPr/>
          </p:nvSpPr>
          <p:spPr>
            <a:xfrm>
              <a:off x="7511605" y="1277251"/>
              <a:ext cx="1447814" cy="402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sp>
          <p:nvSpPr>
            <p:cNvPr id="39" name="TextBox 23">
              <a:extLst>
                <a:ext uri="{FF2B5EF4-FFF2-40B4-BE49-F238E27FC236}">
                  <a16:creationId xmlns:a16="http://schemas.microsoft.com/office/drawing/2014/main" id="{A9E0492B-8941-854D-B49D-CE0AD0DC7CE6}"/>
                </a:ext>
              </a:extLst>
            </p:cNvPr>
            <p:cNvSpPr txBox="1"/>
            <p:nvPr/>
          </p:nvSpPr>
          <p:spPr>
            <a:xfrm>
              <a:off x="7593053" y="2025952"/>
              <a:ext cx="1284920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Box 24">
              <a:extLst>
                <a:ext uri="{FF2B5EF4-FFF2-40B4-BE49-F238E27FC236}">
                  <a16:creationId xmlns:a16="http://schemas.microsoft.com/office/drawing/2014/main" id="{4E1EC066-57A4-2D48-9C55-6E600D8EC353}"/>
                </a:ext>
              </a:extLst>
            </p:cNvPr>
            <p:cNvSpPr txBox="1"/>
            <p:nvPr/>
          </p:nvSpPr>
          <p:spPr>
            <a:xfrm>
              <a:off x="7593053" y="2795546"/>
              <a:ext cx="1284920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Box 25">
              <a:extLst>
                <a:ext uri="{FF2B5EF4-FFF2-40B4-BE49-F238E27FC236}">
                  <a16:creationId xmlns:a16="http://schemas.microsoft.com/office/drawing/2014/main" id="{69A1E882-0DCE-074A-B782-047F370DB029}"/>
                </a:ext>
              </a:extLst>
            </p:cNvPr>
            <p:cNvSpPr txBox="1"/>
            <p:nvPr/>
          </p:nvSpPr>
          <p:spPr>
            <a:xfrm>
              <a:off x="7593053" y="3540966"/>
              <a:ext cx="1284920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Box 26">
              <a:extLst>
                <a:ext uri="{FF2B5EF4-FFF2-40B4-BE49-F238E27FC236}">
                  <a16:creationId xmlns:a16="http://schemas.microsoft.com/office/drawing/2014/main" id="{1FF02636-E872-F448-8212-0F0DF9654A10}"/>
                </a:ext>
              </a:extLst>
            </p:cNvPr>
            <p:cNvSpPr txBox="1"/>
            <p:nvPr/>
          </p:nvSpPr>
          <p:spPr>
            <a:xfrm>
              <a:off x="7593053" y="4259477"/>
              <a:ext cx="1284920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Box 27">
              <a:extLst>
                <a:ext uri="{FF2B5EF4-FFF2-40B4-BE49-F238E27FC236}">
                  <a16:creationId xmlns:a16="http://schemas.microsoft.com/office/drawing/2014/main" id="{00FC8721-F4E2-E447-8821-B5DDBC487FC0}"/>
                </a:ext>
              </a:extLst>
            </p:cNvPr>
            <p:cNvSpPr txBox="1"/>
            <p:nvPr/>
          </p:nvSpPr>
          <p:spPr>
            <a:xfrm>
              <a:off x="7593053" y="5043414"/>
              <a:ext cx="1284920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0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28">
            <a:extLst>
              <a:ext uri="{FF2B5EF4-FFF2-40B4-BE49-F238E27FC236}">
                <a16:creationId xmlns:a16="http://schemas.microsoft.com/office/drawing/2014/main" id="{DE497AA7-8F97-F74F-A368-32E3D67F7814}"/>
              </a:ext>
            </a:extLst>
          </p:cNvPr>
          <p:cNvGrpSpPr/>
          <p:nvPr/>
        </p:nvGrpSpPr>
        <p:grpSpPr>
          <a:xfrm>
            <a:off x="6292275" y="1104614"/>
            <a:ext cx="1177399" cy="3188535"/>
            <a:chOff x="9233886" y="1109816"/>
            <a:chExt cx="1712765" cy="4638368"/>
          </a:xfrm>
        </p:grpSpPr>
        <p:sp>
          <p:nvSpPr>
            <p:cNvPr id="45" name="Rectangle 29">
              <a:extLst>
                <a:ext uri="{FF2B5EF4-FFF2-40B4-BE49-F238E27FC236}">
                  <a16:creationId xmlns:a16="http://schemas.microsoft.com/office/drawing/2014/main" id="{221CCDEA-86EC-C042-AFB7-0173E63187FF}"/>
                </a:ext>
              </a:extLst>
            </p:cNvPr>
            <p:cNvSpPr/>
            <p:nvPr/>
          </p:nvSpPr>
          <p:spPr>
            <a:xfrm>
              <a:off x="9233886" y="1314839"/>
              <a:ext cx="1712765" cy="4433345"/>
            </a:xfrm>
            <a:prstGeom prst="rect">
              <a:avLst/>
            </a:prstGeom>
            <a:solidFill>
              <a:srgbClr val="3D5D89">
                <a:alpha val="68424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Rectangle: Top Corners Rounded 30">
              <a:extLst>
                <a:ext uri="{FF2B5EF4-FFF2-40B4-BE49-F238E27FC236}">
                  <a16:creationId xmlns:a16="http://schemas.microsoft.com/office/drawing/2014/main" id="{1BC83913-0124-2D4B-8EEF-2A3C1F84EB3E}"/>
                </a:ext>
              </a:extLst>
            </p:cNvPr>
            <p:cNvSpPr/>
            <p:nvPr/>
          </p:nvSpPr>
          <p:spPr>
            <a:xfrm>
              <a:off x="9233886" y="1109816"/>
              <a:ext cx="1712765" cy="67342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3D5D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Box 31">
              <a:extLst>
                <a:ext uri="{FF2B5EF4-FFF2-40B4-BE49-F238E27FC236}">
                  <a16:creationId xmlns:a16="http://schemas.microsoft.com/office/drawing/2014/main" id="{17EB5FBE-F236-F04B-886D-065010DA7A58}"/>
                </a:ext>
              </a:extLst>
            </p:cNvPr>
            <p:cNvSpPr txBox="1"/>
            <p:nvPr/>
          </p:nvSpPr>
          <p:spPr>
            <a:xfrm>
              <a:off x="9366361" y="1277251"/>
              <a:ext cx="1447814" cy="402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sp>
          <p:nvSpPr>
            <p:cNvPr id="48" name="TextBox 32">
              <a:extLst>
                <a:ext uri="{FF2B5EF4-FFF2-40B4-BE49-F238E27FC236}">
                  <a16:creationId xmlns:a16="http://schemas.microsoft.com/office/drawing/2014/main" id="{17ABC918-CAE7-FB44-85E8-364B4F3AE018}"/>
                </a:ext>
              </a:extLst>
            </p:cNvPr>
            <p:cNvSpPr txBox="1"/>
            <p:nvPr/>
          </p:nvSpPr>
          <p:spPr>
            <a:xfrm>
              <a:off x="9437534" y="2025952"/>
              <a:ext cx="1305470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1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Box 33">
              <a:extLst>
                <a:ext uri="{FF2B5EF4-FFF2-40B4-BE49-F238E27FC236}">
                  <a16:creationId xmlns:a16="http://schemas.microsoft.com/office/drawing/2014/main" id="{5C395A1E-2D72-394A-9646-1166EAB02C34}"/>
                </a:ext>
              </a:extLst>
            </p:cNvPr>
            <p:cNvSpPr txBox="1"/>
            <p:nvPr/>
          </p:nvSpPr>
          <p:spPr>
            <a:xfrm>
              <a:off x="9437534" y="2795546"/>
              <a:ext cx="1305470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1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Box 34">
              <a:extLst>
                <a:ext uri="{FF2B5EF4-FFF2-40B4-BE49-F238E27FC236}">
                  <a16:creationId xmlns:a16="http://schemas.microsoft.com/office/drawing/2014/main" id="{514A4AC0-C63A-9B41-9888-DA1AD6E02CDA}"/>
                </a:ext>
              </a:extLst>
            </p:cNvPr>
            <p:cNvSpPr txBox="1"/>
            <p:nvPr/>
          </p:nvSpPr>
          <p:spPr>
            <a:xfrm>
              <a:off x="9437534" y="3540966"/>
              <a:ext cx="1305470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1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Box 35">
              <a:extLst>
                <a:ext uri="{FF2B5EF4-FFF2-40B4-BE49-F238E27FC236}">
                  <a16:creationId xmlns:a16="http://schemas.microsoft.com/office/drawing/2014/main" id="{EF8C755B-2F4D-8B4A-8C34-D195AEE59233}"/>
                </a:ext>
              </a:extLst>
            </p:cNvPr>
            <p:cNvSpPr txBox="1"/>
            <p:nvPr/>
          </p:nvSpPr>
          <p:spPr>
            <a:xfrm>
              <a:off x="9437534" y="4259477"/>
              <a:ext cx="1305470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1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36">
              <a:extLst>
                <a:ext uri="{FF2B5EF4-FFF2-40B4-BE49-F238E27FC236}">
                  <a16:creationId xmlns:a16="http://schemas.microsoft.com/office/drawing/2014/main" id="{29C6C4DA-97C6-4D41-A2D5-A0105B7C05F6}"/>
                </a:ext>
              </a:extLst>
            </p:cNvPr>
            <p:cNvSpPr txBox="1"/>
            <p:nvPr/>
          </p:nvSpPr>
          <p:spPr>
            <a:xfrm>
              <a:off x="9437534" y="5043414"/>
              <a:ext cx="1305470" cy="3610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13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kumimoji="0" lang="en-US" sz="1013" b="1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3" name="Group 37">
            <a:extLst>
              <a:ext uri="{FF2B5EF4-FFF2-40B4-BE49-F238E27FC236}">
                <a16:creationId xmlns:a16="http://schemas.microsoft.com/office/drawing/2014/main" id="{C2D50662-AD62-A045-AAF9-558F5968A474}"/>
              </a:ext>
            </a:extLst>
          </p:cNvPr>
          <p:cNvGrpSpPr/>
          <p:nvPr/>
        </p:nvGrpSpPr>
        <p:grpSpPr>
          <a:xfrm>
            <a:off x="132955" y="1567542"/>
            <a:ext cx="1534258" cy="2725607"/>
            <a:chOff x="1113670" y="1783238"/>
            <a:chExt cx="2231888" cy="3964946"/>
          </a:xfrm>
        </p:grpSpPr>
        <p:sp>
          <p:nvSpPr>
            <p:cNvPr id="54" name="Rectangle 38">
              <a:extLst>
                <a:ext uri="{FF2B5EF4-FFF2-40B4-BE49-F238E27FC236}">
                  <a16:creationId xmlns:a16="http://schemas.microsoft.com/office/drawing/2014/main" id="{35DD6951-7980-9B41-8616-F833DCB072F2}"/>
                </a:ext>
              </a:extLst>
            </p:cNvPr>
            <p:cNvSpPr/>
            <p:nvPr/>
          </p:nvSpPr>
          <p:spPr>
            <a:xfrm>
              <a:off x="1122606" y="1783238"/>
              <a:ext cx="2222952" cy="39649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Box 39">
              <a:extLst>
                <a:ext uri="{FF2B5EF4-FFF2-40B4-BE49-F238E27FC236}">
                  <a16:creationId xmlns:a16="http://schemas.microsoft.com/office/drawing/2014/main" id="{5840F2E8-23F4-3048-85AF-121F5332ADE9}"/>
                </a:ext>
              </a:extLst>
            </p:cNvPr>
            <p:cNvSpPr txBox="1"/>
            <p:nvPr/>
          </p:nvSpPr>
          <p:spPr>
            <a:xfrm>
              <a:off x="1113670" y="2064282"/>
              <a:ext cx="2222952" cy="335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Insert Your Text Here </a:t>
              </a:r>
            </a:p>
          </p:txBody>
        </p:sp>
        <p:sp>
          <p:nvSpPr>
            <p:cNvPr id="56" name="TextBox 40">
              <a:extLst>
                <a:ext uri="{FF2B5EF4-FFF2-40B4-BE49-F238E27FC236}">
                  <a16:creationId xmlns:a16="http://schemas.microsoft.com/office/drawing/2014/main" id="{D3157DC9-5304-7845-A9A5-86D3032AE6BB}"/>
                </a:ext>
              </a:extLst>
            </p:cNvPr>
            <p:cNvSpPr txBox="1"/>
            <p:nvPr/>
          </p:nvSpPr>
          <p:spPr>
            <a:xfrm>
              <a:off x="1113671" y="2809207"/>
              <a:ext cx="2222950" cy="335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Insert Your Text Here </a:t>
              </a:r>
            </a:p>
          </p:txBody>
        </p:sp>
        <p:sp>
          <p:nvSpPr>
            <p:cNvPr id="57" name="TextBox 41">
              <a:extLst>
                <a:ext uri="{FF2B5EF4-FFF2-40B4-BE49-F238E27FC236}">
                  <a16:creationId xmlns:a16="http://schemas.microsoft.com/office/drawing/2014/main" id="{23F10376-555D-9943-B504-F99C8EBA037E}"/>
                </a:ext>
              </a:extLst>
            </p:cNvPr>
            <p:cNvSpPr txBox="1"/>
            <p:nvPr/>
          </p:nvSpPr>
          <p:spPr>
            <a:xfrm>
              <a:off x="1113670" y="3569875"/>
              <a:ext cx="2222949" cy="335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Insert Your Text Here </a:t>
              </a:r>
            </a:p>
          </p:txBody>
        </p:sp>
        <p:sp>
          <p:nvSpPr>
            <p:cNvPr id="58" name="TextBox 42">
              <a:extLst>
                <a:ext uri="{FF2B5EF4-FFF2-40B4-BE49-F238E27FC236}">
                  <a16:creationId xmlns:a16="http://schemas.microsoft.com/office/drawing/2014/main" id="{7A7F1F05-9F29-F848-991F-04BC08664F0B}"/>
                </a:ext>
              </a:extLst>
            </p:cNvPr>
            <p:cNvSpPr txBox="1"/>
            <p:nvPr/>
          </p:nvSpPr>
          <p:spPr>
            <a:xfrm>
              <a:off x="1113671" y="4291189"/>
              <a:ext cx="2222947" cy="335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Insert Your Text Here </a:t>
              </a:r>
            </a:p>
          </p:txBody>
        </p:sp>
        <p:sp>
          <p:nvSpPr>
            <p:cNvPr id="59" name="TextBox 43">
              <a:extLst>
                <a:ext uri="{FF2B5EF4-FFF2-40B4-BE49-F238E27FC236}">
                  <a16:creationId xmlns:a16="http://schemas.microsoft.com/office/drawing/2014/main" id="{5896CC7C-D0B4-4040-B38E-51B453FF92AE}"/>
                </a:ext>
              </a:extLst>
            </p:cNvPr>
            <p:cNvSpPr txBox="1"/>
            <p:nvPr/>
          </p:nvSpPr>
          <p:spPr>
            <a:xfrm>
              <a:off x="1113670" y="5067602"/>
              <a:ext cx="2222946" cy="335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Insert Your Text Here </a:t>
              </a:r>
            </a:p>
          </p:txBody>
        </p:sp>
      </p:grpSp>
      <p:cxnSp>
        <p:nvCxnSpPr>
          <p:cNvPr id="61" name="Straight Connector 45">
            <a:extLst>
              <a:ext uri="{FF2B5EF4-FFF2-40B4-BE49-F238E27FC236}">
                <a16:creationId xmlns:a16="http://schemas.microsoft.com/office/drawing/2014/main" id="{D3697591-74FA-4E44-98F0-B9DBBCC96A94}"/>
              </a:ext>
            </a:extLst>
          </p:cNvPr>
          <p:cNvCxnSpPr>
            <a:cxnSpLocks/>
          </p:cNvCxnSpPr>
          <p:nvPr/>
        </p:nvCxnSpPr>
        <p:spPr>
          <a:xfrm>
            <a:off x="134749" y="2122137"/>
            <a:ext cx="887450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46">
            <a:extLst>
              <a:ext uri="{FF2B5EF4-FFF2-40B4-BE49-F238E27FC236}">
                <a16:creationId xmlns:a16="http://schemas.microsoft.com/office/drawing/2014/main" id="{2C2D29AF-A03A-AB49-984C-429B3913A09E}"/>
              </a:ext>
            </a:extLst>
          </p:cNvPr>
          <p:cNvCxnSpPr>
            <a:cxnSpLocks/>
          </p:cNvCxnSpPr>
          <p:nvPr/>
        </p:nvCxnSpPr>
        <p:spPr>
          <a:xfrm>
            <a:off x="134749" y="2668527"/>
            <a:ext cx="887450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47">
            <a:extLst>
              <a:ext uri="{FF2B5EF4-FFF2-40B4-BE49-F238E27FC236}">
                <a16:creationId xmlns:a16="http://schemas.microsoft.com/office/drawing/2014/main" id="{120BCBBA-EFD3-384A-B3C5-282C89B0E7FF}"/>
              </a:ext>
            </a:extLst>
          </p:cNvPr>
          <p:cNvCxnSpPr>
            <a:cxnSpLocks/>
          </p:cNvCxnSpPr>
          <p:nvPr/>
        </p:nvCxnSpPr>
        <p:spPr>
          <a:xfrm>
            <a:off x="134749" y="3160819"/>
            <a:ext cx="887450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48">
            <a:extLst>
              <a:ext uri="{FF2B5EF4-FFF2-40B4-BE49-F238E27FC236}">
                <a16:creationId xmlns:a16="http://schemas.microsoft.com/office/drawing/2014/main" id="{1D295BCE-19D3-BD4C-9F17-A5A61B6014D4}"/>
              </a:ext>
            </a:extLst>
          </p:cNvPr>
          <p:cNvCxnSpPr>
            <a:cxnSpLocks/>
          </p:cNvCxnSpPr>
          <p:nvPr/>
        </p:nvCxnSpPr>
        <p:spPr>
          <a:xfrm>
            <a:off x="134749" y="3658513"/>
            <a:ext cx="887450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275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E19149-F6A4-6C4A-9ABE-8AB02CF82BB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334577" y="4595092"/>
            <a:ext cx="474846" cy="244675"/>
          </a:xfrm>
        </p:spPr>
        <p:txBody>
          <a:bodyPr/>
          <a:lstStyle/>
          <a:p>
            <a:fld id="{E1A248C8-F8BB-E445-A375-7E790E0AFF1F}" type="slidenum">
              <a:rPr lang="it-IT" smtClean="0"/>
              <a:pPr/>
              <a:t>13</a:t>
            </a:fld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4FAD9FD-D385-0944-A68E-099843BFB1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 dirty="0"/>
              <a:t>TITLE PRESENTATION</a:t>
            </a:r>
          </a:p>
          <a:p>
            <a:endParaRPr lang="en-GB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436D13C-4D82-624D-83FB-0073C473A5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  <a:p>
            <a:endParaRPr lang="en-GB" dirty="0"/>
          </a:p>
        </p:txBody>
      </p:sp>
      <p:sp>
        <p:nvSpPr>
          <p:cNvPr id="7" name="Rounded Rectangle">
            <a:extLst>
              <a:ext uri="{FF2B5EF4-FFF2-40B4-BE49-F238E27FC236}">
                <a16:creationId xmlns:a16="http://schemas.microsoft.com/office/drawing/2014/main" id="{A2112549-F342-C047-A754-EA181A0A2806}"/>
              </a:ext>
            </a:extLst>
          </p:cNvPr>
          <p:cNvSpPr/>
          <p:nvPr/>
        </p:nvSpPr>
        <p:spPr>
          <a:xfrm>
            <a:off x="5969659" y="1507109"/>
            <a:ext cx="2066140" cy="2835302"/>
          </a:xfrm>
          <a:prstGeom prst="roundRect">
            <a:avLst>
              <a:gd name="adj" fmla="val 1982"/>
            </a:avLst>
          </a:prstGeom>
          <a:solidFill>
            <a:srgbClr val="273D4E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AC48A60B-F146-2E48-B494-609B3695825C}"/>
              </a:ext>
            </a:extLst>
          </p:cNvPr>
          <p:cNvSpPr/>
          <p:nvPr/>
        </p:nvSpPr>
        <p:spPr>
          <a:xfrm>
            <a:off x="6515696" y="1507071"/>
            <a:ext cx="2066181" cy="28353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5" y="0"/>
                </a:moveTo>
                <a:cubicBezTo>
                  <a:pt x="559" y="0"/>
                  <a:pt x="482" y="0"/>
                  <a:pt x="420" y="3"/>
                </a:cubicBezTo>
                <a:cubicBezTo>
                  <a:pt x="357" y="6"/>
                  <a:pt x="309" y="12"/>
                  <a:pt x="271" y="24"/>
                </a:cubicBezTo>
                <a:cubicBezTo>
                  <a:pt x="215" y="38"/>
                  <a:pt x="166" y="62"/>
                  <a:pt x="125" y="91"/>
                </a:cubicBezTo>
                <a:cubicBezTo>
                  <a:pt x="85" y="121"/>
                  <a:pt x="53" y="157"/>
                  <a:pt x="33" y="197"/>
                </a:cubicBezTo>
                <a:cubicBezTo>
                  <a:pt x="17" y="225"/>
                  <a:pt x="8" y="260"/>
                  <a:pt x="4" y="306"/>
                </a:cubicBezTo>
                <a:cubicBezTo>
                  <a:pt x="0" y="351"/>
                  <a:pt x="0" y="407"/>
                  <a:pt x="0" y="477"/>
                </a:cubicBezTo>
                <a:lnTo>
                  <a:pt x="0" y="21123"/>
                </a:lnTo>
                <a:cubicBezTo>
                  <a:pt x="0" y="21193"/>
                  <a:pt x="0" y="21249"/>
                  <a:pt x="4" y="21294"/>
                </a:cubicBezTo>
                <a:cubicBezTo>
                  <a:pt x="8" y="21340"/>
                  <a:pt x="17" y="21375"/>
                  <a:pt x="33" y="21403"/>
                </a:cubicBezTo>
                <a:cubicBezTo>
                  <a:pt x="53" y="21443"/>
                  <a:pt x="85" y="21479"/>
                  <a:pt x="125" y="21509"/>
                </a:cubicBezTo>
                <a:cubicBezTo>
                  <a:pt x="166" y="21538"/>
                  <a:pt x="215" y="21562"/>
                  <a:pt x="271" y="21576"/>
                </a:cubicBezTo>
                <a:cubicBezTo>
                  <a:pt x="309" y="21588"/>
                  <a:pt x="357" y="21594"/>
                  <a:pt x="420" y="21597"/>
                </a:cubicBezTo>
                <a:cubicBezTo>
                  <a:pt x="482" y="21600"/>
                  <a:pt x="559" y="21600"/>
                  <a:pt x="655" y="21600"/>
                </a:cubicBezTo>
                <a:lnTo>
                  <a:pt x="20945" y="21600"/>
                </a:lnTo>
                <a:cubicBezTo>
                  <a:pt x="21041" y="21600"/>
                  <a:pt x="21118" y="21600"/>
                  <a:pt x="21180" y="21597"/>
                </a:cubicBezTo>
                <a:cubicBezTo>
                  <a:pt x="21243" y="21594"/>
                  <a:pt x="21291" y="21588"/>
                  <a:pt x="21329" y="21576"/>
                </a:cubicBezTo>
                <a:cubicBezTo>
                  <a:pt x="21384" y="21562"/>
                  <a:pt x="21434" y="21538"/>
                  <a:pt x="21475" y="21509"/>
                </a:cubicBezTo>
                <a:cubicBezTo>
                  <a:pt x="21517" y="21479"/>
                  <a:pt x="21548" y="21443"/>
                  <a:pt x="21569" y="21403"/>
                </a:cubicBezTo>
                <a:cubicBezTo>
                  <a:pt x="21585" y="21375"/>
                  <a:pt x="21592" y="21340"/>
                  <a:pt x="21596" y="21294"/>
                </a:cubicBezTo>
                <a:cubicBezTo>
                  <a:pt x="21600" y="21249"/>
                  <a:pt x="21600" y="21193"/>
                  <a:pt x="21600" y="21123"/>
                </a:cubicBezTo>
                <a:lnTo>
                  <a:pt x="21600" y="477"/>
                </a:lnTo>
                <a:cubicBezTo>
                  <a:pt x="21600" y="407"/>
                  <a:pt x="21600" y="351"/>
                  <a:pt x="21596" y="306"/>
                </a:cubicBezTo>
                <a:cubicBezTo>
                  <a:pt x="21592" y="260"/>
                  <a:pt x="21585" y="225"/>
                  <a:pt x="21569" y="197"/>
                </a:cubicBezTo>
                <a:cubicBezTo>
                  <a:pt x="21548" y="157"/>
                  <a:pt x="21517" y="121"/>
                  <a:pt x="21475" y="91"/>
                </a:cubicBezTo>
                <a:cubicBezTo>
                  <a:pt x="21434" y="62"/>
                  <a:pt x="21384" y="38"/>
                  <a:pt x="21329" y="24"/>
                </a:cubicBezTo>
                <a:cubicBezTo>
                  <a:pt x="21291" y="12"/>
                  <a:pt x="21243" y="6"/>
                  <a:pt x="21180" y="3"/>
                </a:cubicBezTo>
                <a:cubicBezTo>
                  <a:pt x="21118" y="0"/>
                  <a:pt x="21041" y="0"/>
                  <a:pt x="20945" y="0"/>
                </a:cubicBezTo>
                <a:lnTo>
                  <a:pt x="655" y="0"/>
                </a:lnTo>
                <a:close/>
              </a:path>
            </a:pathLst>
          </a:custGeom>
          <a:solidFill>
            <a:srgbClr val="3D5D8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9382EE77-FDE9-ED4C-BB6D-7512B4C53862}"/>
              </a:ext>
            </a:extLst>
          </p:cNvPr>
          <p:cNvSpPr/>
          <p:nvPr/>
        </p:nvSpPr>
        <p:spPr>
          <a:xfrm>
            <a:off x="3261384" y="1507109"/>
            <a:ext cx="2066140" cy="2835302"/>
          </a:xfrm>
          <a:prstGeom prst="roundRect">
            <a:avLst>
              <a:gd name="adj" fmla="val 1982"/>
            </a:avLst>
          </a:prstGeom>
          <a:solidFill>
            <a:srgbClr val="273D4E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">
            <a:extLst>
              <a:ext uri="{FF2B5EF4-FFF2-40B4-BE49-F238E27FC236}">
                <a16:creationId xmlns:a16="http://schemas.microsoft.com/office/drawing/2014/main" id="{C356533F-9042-9E4A-B1A6-F845423DE7AD}"/>
              </a:ext>
            </a:extLst>
          </p:cNvPr>
          <p:cNvSpPr/>
          <p:nvPr/>
        </p:nvSpPr>
        <p:spPr>
          <a:xfrm>
            <a:off x="3807420" y="1507071"/>
            <a:ext cx="2224684" cy="28353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608" y="0"/>
                </a:moveTo>
                <a:cubicBezTo>
                  <a:pt x="430" y="0"/>
                  <a:pt x="323" y="0"/>
                  <a:pt x="251" y="24"/>
                </a:cubicBezTo>
                <a:cubicBezTo>
                  <a:pt x="149" y="53"/>
                  <a:pt x="68" y="117"/>
                  <a:pt x="30" y="197"/>
                </a:cubicBezTo>
                <a:cubicBezTo>
                  <a:pt x="1" y="253"/>
                  <a:pt x="0" y="337"/>
                  <a:pt x="0" y="477"/>
                </a:cubicBezTo>
                <a:lnTo>
                  <a:pt x="0" y="21123"/>
                </a:lnTo>
                <a:cubicBezTo>
                  <a:pt x="0" y="21263"/>
                  <a:pt x="1" y="21347"/>
                  <a:pt x="30" y="21403"/>
                </a:cubicBezTo>
                <a:cubicBezTo>
                  <a:pt x="68" y="21483"/>
                  <a:pt x="149" y="21547"/>
                  <a:pt x="251" y="21576"/>
                </a:cubicBezTo>
                <a:cubicBezTo>
                  <a:pt x="323" y="21600"/>
                  <a:pt x="430" y="21600"/>
                  <a:pt x="608" y="21600"/>
                </a:cubicBezTo>
                <a:lnTo>
                  <a:pt x="19452" y="21600"/>
                </a:lnTo>
                <a:cubicBezTo>
                  <a:pt x="19631" y="21600"/>
                  <a:pt x="19738" y="21600"/>
                  <a:pt x="19809" y="21576"/>
                </a:cubicBezTo>
                <a:cubicBezTo>
                  <a:pt x="19912" y="21547"/>
                  <a:pt x="19994" y="21483"/>
                  <a:pt x="20032" y="21403"/>
                </a:cubicBezTo>
                <a:cubicBezTo>
                  <a:pt x="20061" y="21347"/>
                  <a:pt x="20061" y="21263"/>
                  <a:pt x="20061" y="21123"/>
                </a:cubicBezTo>
                <a:lnTo>
                  <a:pt x="20061" y="11627"/>
                </a:lnTo>
                <a:lnTo>
                  <a:pt x="21477" y="10981"/>
                </a:lnTo>
                <a:cubicBezTo>
                  <a:pt x="21551" y="10946"/>
                  <a:pt x="21599" y="10876"/>
                  <a:pt x="21599" y="10799"/>
                </a:cubicBezTo>
                <a:cubicBezTo>
                  <a:pt x="21600" y="10722"/>
                  <a:pt x="21552" y="10651"/>
                  <a:pt x="21477" y="10616"/>
                </a:cubicBezTo>
                <a:lnTo>
                  <a:pt x="20061" y="9969"/>
                </a:lnTo>
                <a:lnTo>
                  <a:pt x="20061" y="477"/>
                </a:lnTo>
                <a:cubicBezTo>
                  <a:pt x="20061" y="337"/>
                  <a:pt x="20061" y="253"/>
                  <a:pt x="20032" y="197"/>
                </a:cubicBezTo>
                <a:cubicBezTo>
                  <a:pt x="19994" y="117"/>
                  <a:pt x="19912" y="53"/>
                  <a:pt x="19809" y="24"/>
                </a:cubicBezTo>
                <a:cubicBezTo>
                  <a:pt x="19738" y="0"/>
                  <a:pt x="19631" y="0"/>
                  <a:pt x="19452" y="0"/>
                </a:cubicBezTo>
                <a:lnTo>
                  <a:pt x="608" y="0"/>
                </a:lnTo>
                <a:close/>
              </a:path>
            </a:pathLst>
          </a:custGeom>
          <a:solidFill>
            <a:srgbClr val="3D5D8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58C79E41-C607-0746-A41B-1534C79DDC63}"/>
              </a:ext>
            </a:extLst>
          </p:cNvPr>
          <p:cNvSpPr/>
          <p:nvPr/>
        </p:nvSpPr>
        <p:spPr>
          <a:xfrm>
            <a:off x="553109" y="1507109"/>
            <a:ext cx="2066140" cy="2835302"/>
          </a:xfrm>
          <a:prstGeom prst="roundRect">
            <a:avLst>
              <a:gd name="adj" fmla="val 1982"/>
            </a:avLst>
          </a:prstGeom>
          <a:solidFill>
            <a:srgbClr val="273D4E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B979BC3A-8181-0A46-9EAE-589ABEB74BEF}"/>
              </a:ext>
            </a:extLst>
          </p:cNvPr>
          <p:cNvSpPr/>
          <p:nvPr/>
        </p:nvSpPr>
        <p:spPr>
          <a:xfrm>
            <a:off x="1099146" y="1507071"/>
            <a:ext cx="2224683" cy="28353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608" y="0"/>
                </a:moveTo>
                <a:cubicBezTo>
                  <a:pt x="430" y="0"/>
                  <a:pt x="323" y="0"/>
                  <a:pt x="251" y="24"/>
                </a:cubicBezTo>
                <a:cubicBezTo>
                  <a:pt x="149" y="53"/>
                  <a:pt x="68" y="117"/>
                  <a:pt x="30" y="197"/>
                </a:cubicBezTo>
                <a:cubicBezTo>
                  <a:pt x="1" y="253"/>
                  <a:pt x="0" y="337"/>
                  <a:pt x="0" y="477"/>
                </a:cubicBezTo>
                <a:lnTo>
                  <a:pt x="0" y="21123"/>
                </a:lnTo>
                <a:cubicBezTo>
                  <a:pt x="0" y="21263"/>
                  <a:pt x="1" y="21347"/>
                  <a:pt x="30" y="21403"/>
                </a:cubicBezTo>
                <a:cubicBezTo>
                  <a:pt x="68" y="21483"/>
                  <a:pt x="149" y="21547"/>
                  <a:pt x="251" y="21576"/>
                </a:cubicBezTo>
                <a:cubicBezTo>
                  <a:pt x="323" y="21600"/>
                  <a:pt x="430" y="21600"/>
                  <a:pt x="608" y="21600"/>
                </a:cubicBezTo>
                <a:lnTo>
                  <a:pt x="19452" y="21600"/>
                </a:lnTo>
                <a:cubicBezTo>
                  <a:pt x="19631" y="21600"/>
                  <a:pt x="19738" y="21600"/>
                  <a:pt x="19809" y="21576"/>
                </a:cubicBezTo>
                <a:cubicBezTo>
                  <a:pt x="19912" y="21547"/>
                  <a:pt x="19994" y="21483"/>
                  <a:pt x="20032" y="21403"/>
                </a:cubicBezTo>
                <a:cubicBezTo>
                  <a:pt x="20061" y="21347"/>
                  <a:pt x="20061" y="21263"/>
                  <a:pt x="20061" y="21123"/>
                </a:cubicBezTo>
                <a:lnTo>
                  <a:pt x="20061" y="11627"/>
                </a:lnTo>
                <a:lnTo>
                  <a:pt x="21477" y="10981"/>
                </a:lnTo>
                <a:cubicBezTo>
                  <a:pt x="21551" y="10946"/>
                  <a:pt x="21599" y="10876"/>
                  <a:pt x="21599" y="10799"/>
                </a:cubicBezTo>
                <a:cubicBezTo>
                  <a:pt x="21600" y="10722"/>
                  <a:pt x="21552" y="10651"/>
                  <a:pt x="21477" y="10616"/>
                </a:cubicBezTo>
                <a:lnTo>
                  <a:pt x="20061" y="9969"/>
                </a:lnTo>
                <a:lnTo>
                  <a:pt x="20061" y="477"/>
                </a:lnTo>
                <a:cubicBezTo>
                  <a:pt x="20061" y="337"/>
                  <a:pt x="20061" y="253"/>
                  <a:pt x="20032" y="197"/>
                </a:cubicBezTo>
                <a:cubicBezTo>
                  <a:pt x="19994" y="117"/>
                  <a:pt x="19912" y="53"/>
                  <a:pt x="19809" y="24"/>
                </a:cubicBezTo>
                <a:cubicBezTo>
                  <a:pt x="19738" y="0"/>
                  <a:pt x="19631" y="0"/>
                  <a:pt x="19452" y="0"/>
                </a:cubicBezTo>
                <a:lnTo>
                  <a:pt x="608" y="0"/>
                </a:lnTo>
                <a:close/>
              </a:path>
            </a:pathLst>
          </a:custGeom>
          <a:solidFill>
            <a:srgbClr val="3D5D8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Venn diagram">
            <a:extLst>
              <a:ext uri="{FF2B5EF4-FFF2-40B4-BE49-F238E27FC236}">
                <a16:creationId xmlns:a16="http://schemas.microsoft.com/office/drawing/2014/main" id="{93E1849A-5F70-124E-860E-14F8A8769414}"/>
              </a:ext>
            </a:extLst>
          </p:cNvPr>
          <p:cNvSpPr txBox="1"/>
          <p:nvPr/>
        </p:nvSpPr>
        <p:spPr>
          <a:xfrm rot="16200000">
            <a:off x="5393013" y="2797802"/>
            <a:ext cx="1682240" cy="253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" tIns="19050" rIns="19050" bIns="19050">
            <a:spAutoFit/>
          </a:bodyPr>
          <a:lstStyle>
            <a:lvl1pPr>
              <a:defRPr>
                <a:solidFill>
                  <a:srgbClr val="F7F5F6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SemiBold"/>
              </a:rPr>
              <a:t>Text</a:t>
            </a:r>
          </a:p>
        </p:txBody>
      </p:sp>
      <p:sp>
        <p:nvSpPr>
          <p:cNvPr id="14" name="Venn diagram">
            <a:extLst>
              <a:ext uri="{FF2B5EF4-FFF2-40B4-BE49-F238E27FC236}">
                <a16:creationId xmlns:a16="http://schemas.microsoft.com/office/drawing/2014/main" id="{40A0CAF3-2C35-8B47-AB9A-ADDF6891EB95}"/>
              </a:ext>
            </a:extLst>
          </p:cNvPr>
          <p:cNvSpPr txBox="1"/>
          <p:nvPr/>
        </p:nvSpPr>
        <p:spPr>
          <a:xfrm rot="16200000">
            <a:off x="2684737" y="2797802"/>
            <a:ext cx="1682240" cy="253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" tIns="19050" rIns="19050" bIns="19050">
            <a:spAutoFit/>
          </a:bodyPr>
          <a:lstStyle>
            <a:lvl1pPr>
              <a:defRPr>
                <a:solidFill>
                  <a:srgbClr val="F7F5F6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SemiBold"/>
              </a:rPr>
              <a:t>Text</a:t>
            </a:r>
          </a:p>
        </p:txBody>
      </p:sp>
      <p:sp>
        <p:nvSpPr>
          <p:cNvPr id="15" name="Venn diagram">
            <a:extLst>
              <a:ext uri="{FF2B5EF4-FFF2-40B4-BE49-F238E27FC236}">
                <a16:creationId xmlns:a16="http://schemas.microsoft.com/office/drawing/2014/main" id="{67C6159B-4F76-8044-A98F-7EF400D464C1}"/>
              </a:ext>
            </a:extLst>
          </p:cNvPr>
          <p:cNvSpPr txBox="1"/>
          <p:nvPr/>
        </p:nvSpPr>
        <p:spPr>
          <a:xfrm rot="16200000">
            <a:off x="-23538" y="2797801"/>
            <a:ext cx="1682241" cy="253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" tIns="19050" rIns="19050" bIns="19050">
            <a:spAutoFit/>
          </a:bodyPr>
          <a:lstStyle>
            <a:lvl1pPr>
              <a:defRPr>
                <a:solidFill>
                  <a:srgbClr val="F7F5F6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SemiBold"/>
              </a:rPr>
              <a:t>Text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Barlow SemiBold"/>
            </a:endParaRPr>
          </a:p>
        </p:txBody>
      </p:sp>
      <p:sp>
        <p:nvSpPr>
          <p:cNvPr id="16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EBFEE198-B5A5-F040-A8CF-DD0073CB53F0}"/>
              </a:ext>
            </a:extLst>
          </p:cNvPr>
          <p:cNvSpPr txBox="1"/>
          <p:nvPr/>
        </p:nvSpPr>
        <p:spPr>
          <a:xfrm>
            <a:off x="1362034" y="1869867"/>
            <a:ext cx="1609847" cy="2173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" tIns="19050" rIns="19050" bIns="19050">
            <a:spAutoFit/>
          </a:bodyPr>
          <a:lstStyle/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Lorem ipsum dolor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amet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Consectetur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adipiscing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elit</a:t>
            </a:r>
            <a:endParaRPr kumimoji="0" sz="938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Barlow Medium"/>
            </a:endParaRP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Sed do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eiusmod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incididunt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Ut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labore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et dolore magna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Nunc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eget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lorem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viverra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In fermentum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sollicitudin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Ac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orci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phasellus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egestas</a:t>
            </a:r>
            <a:endParaRPr kumimoji="0" sz="938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Barlow Medium"/>
            </a:endParaRP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Consectetur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adipiscing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elit</a:t>
            </a:r>
            <a:endParaRPr kumimoji="0" sz="938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Barlow Medium"/>
            </a:endParaRP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Sed do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eiusmod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incididunt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Ut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labore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et dolore magna </a:t>
            </a:r>
          </a:p>
        </p:txBody>
      </p:sp>
      <p:sp>
        <p:nvSpPr>
          <p:cNvPr id="17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6FAB2643-2646-6741-A4A8-AFC46F296242}"/>
              </a:ext>
            </a:extLst>
          </p:cNvPr>
          <p:cNvSpPr txBox="1"/>
          <p:nvPr/>
        </p:nvSpPr>
        <p:spPr>
          <a:xfrm>
            <a:off x="4068020" y="1869867"/>
            <a:ext cx="1609847" cy="2173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" tIns="19050" rIns="19050" bIns="19050">
            <a:spAutoFit/>
          </a:bodyPr>
          <a:lstStyle/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Lorem ipsum dolor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amet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Consectetur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adipiscing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elit</a:t>
            </a:r>
            <a:endParaRPr kumimoji="0" sz="938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Barlow Medium"/>
            </a:endParaRP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Sed do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eiusmod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incididunt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Ut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labore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et dolore magna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Nunc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eget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lorem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viverra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In fermentum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sollicitudin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Ac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orci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phasellus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egestas</a:t>
            </a:r>
            <a:endParaRPr kumimoji="0" sz="938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Barlow Medium"/>
            </a:endParaRP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Consectetur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adipiscing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elit</a:t>
            </a:r>
            <a:endParaRPr kumimoji="0" sz="938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Barlow Medium"/>
            </a:endParaRP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Sed do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eiusmod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incididunt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Ut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labore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et dolore magna </a:t>
            </a:r>
          </a:p>
        </p:txBody>
      </p:sp>
      <p:sp>
        <p:nvSpPr>
          <p:cNvPr id="18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F8230BF7-696E-6A40-858B-51D95B815A3C}"/>
              </a:ext>
            </a:extLst>
          </p:cNvPr>
          <p:cNvSpPr txBox="1"/>
          <p:nvPr/>
        </p:nvSpPr>
        <p:spPr>
          <a:xfrm>
            <a:off x="6784639" y="1869867"/>
            <a:ext cx="1609847" cy="2173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" tIns="19050" rIns="19050" bIns="19050">
            <a:spAutoFit/>
          </a:bodyPr>
          <a:lstStyle/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Lorem ipsum dolor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amet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Consectetur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adipiscing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elit</a:t>
            </a:r>
            <a:endParaRPr kumimoji="0" sz="938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Barlow Medium"/>
            </a:endParaRP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Sed do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eiusmod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incididunt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Ut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labore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et dolore magna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Nunc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eget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lorem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viverra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In fermentum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sollicitudin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Ac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orci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phasellus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egestas</a:t>
            </a:r>
            <a:endParaRPr kumimoji="0" sz="938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Barlow Medium"/>
            </a:endParaRP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Consectetur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adipiscing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elit</a:t>
            </a:r>
            <a:endParaRPr kumimoji="0" sz="938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Barlow Medium"/>
            </a:endParaRP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Sed do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eiusmod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incididunt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Ut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labore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586484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26B493D-813A-5741-8C2D-48FF8C483F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334577" y="4595092"/>
            <a:ext cx="474846" cy="244675"/>
          </a:xfrm>
        </p:spPr>
        <p:txBody>
          <a:bodyPr/>
          <a:lstStyle/>
          <a:p>
            <a:fld id="{E1A248C8-F8BB-E445-A375-7E790E0AFF1F}" type="slidenum">
              <a:rPr lang="it-IT" smtClean="0"/>
              <a:pPr/>
              <a:t>14</a:t>
            </a:fld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297553C-1A38-FA45-8FC6-97FD7228E5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TITLE PRESENTATION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661699A-0BF5-A148-856B-D0547EF33E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22" name="Rounded Rectangle">
            <a:extLst>
              <a:ext uri="{FF2B5EF4-FFF2-40B4-BE49-F238E27FC236}">
                <a16:creationId xmlns:a16="http://schemas.microsoft.com/office/drawing/2014/main" id="{AFB9DA43-991D-6E4B-9846-550F60534A8D}"/>
              </a:ext>
            </a:extLst>
          </p:cNvPr>
          <p:cNvSpPr/>
          <p:nvPr/>
        </p:nvSpPr>
        <p:spPr>
          <a:xfrm>
            <a:off x="5109174" y="1593251"/>
            <a:ext cx="3072273" cy="2403599"/>
          </a:xfrm>
          <a:prstGeom prst="roundRect">
            <a:avLst>
              <a:gd name="adj" fmla="val 3032"/>
            </a:avLst>
          </a:prstGeom>
          <a:solidFill>
            <a:schemeClr val="bg1"/>
          </a:solidFill>
          <a:ln w="12700">
            <a:solidFill>
              <a:srgbClr val="3D5D8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ounded Rectangle">
            <a:extLst>
              <a:ext uri="{FF2B5EF4-FFF2-40B4-BE49-F238E27FC236}">
                <a16:creationId xmlns:a16="http://schemas.microsoft.com/office/drawing/2014/main" id="{227B7088-99BC-3740-B8B4-CEA9928340BA}"/>
              </a:ext>
            </a:extLst>
          </p:cNvPr>
          <p:cNvSpPr/>
          <p:nvPr/>
        </p:nvSpPr>
        <p:spPr>
          <a:xfrm>
            <a:off x="973736" y="1593251"/>
            <a:ext cx="3072273" cy="2403599"/>
          </a:xfrm>
          <a:prstGeom prst="roundRect">
            <a:avLst>
              <a:gd name="adj" fmla="val 3032"/>
            </a:avLst>
          </a:prstGeom>
          <a:solidFill>
            <a:schemeClr val="bg1"/>
          </a:solidFill>
          <a:ln w="12700">
            <a:solidFill>
              <a:srgbClr val="3D5D89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Circle">
            <a:extLst>
              <a:ext uri="{FF2B5EF4-FFF2-40B4-BE49-F238E27FC236}">
                <a16:creationId xmlns:a16="http://schemas.microsoft.com/office/drawing/2014/main" id="{0716B4A2-BF01-1A4C-9460-CA1F864E15A8}"/>
              </a:ext>
            </a:extLst>
          </p:cNvPr>
          <p:cNvSpPr/>
          <p:nvPr/>
        </p:nvSpPr>
        <p:spPr>
          <a:xfrm>
            <a:off x="3648211" y="1867688"/>
            <a:ext cx="1847579" cy="1847579"/>
          </a:xfrm>
          <a:prstGeom prst="ellipse">
            <a:avLst/>
          </a:prstGeom>
          <a:solidFill>
            <a:srgbClr val="F7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Line">
            <a:extLst>
              <a:ext uri="{FF2B5EF4-FFF2-40B4-BE49-F238E27FC236}">
                <a16:creationId xmlns:a16="http://schemas.microsoft.com/office/drawing/2014/main" id="{0A32782D-3FC6-F24A-9A23-8045B95D06E3}"/>
              </a:ext>
            </a:extLst>
          </p:cNvPr>
          <p:cNvSpPr/>
          <p:nvPr/>
        </p:nvSpPr>
        <p:spPr>
          <a:xfrm flipV="1">
            <a:off x="4572000" y="1588350"/>
            <a:ext cx="0" cy="2390985"/>
          </a:xfrm>
          <a:prstGeom prst="line">
            <a:avLst/>
          </a:prstGeom>
          <a:ln w="25400">
            <a:solidFill>
              <a:srgbClr val="1C3541"/>
            </a:solidFill>
            <a:custDash>
              <a:ds d="200000" sp="200000"/>
            </a:custDash>
            <a:miter lim="400000"/>
          </a:ln>
        </p:spPr>
        <p:txBody>
          <a:bodyPr lIns="17144" tIns="17144" rIns="17144" bIns="17144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Circle">
            <a:extLst>
              <a:ext uri="{FF2B5EF4-FFF2-40B4-BE49-F238E27FC236}">
                <a16:creationId xmlns:a16="http://schemas.microsoft.com/office/drawing/2014/main" id="{6D262198-380B-3549-A304-046DE1BC17B2}"/>
              </a:ext>
            </a:extLst>
          </p:cNvPr>
          <p:cNvSpPr/>
          <p:nvPr/>
        </p:nvSpPr>
        <p:spPr>
          <a:xfrm>
            <a:off x="4195818" y="2415295"/>
            <a:ext cx="752364" cy="752364"/>
          </a:xfrm>
          <a:prstGeom prst="ellipse">
            <a:avLst/>
          </a:prstGeom>
          <a:solidFill>
            <a:srgbClr val="3D5D8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Circle">
            <a:extLst>
              <a:ext uri="{FF2B5EF4-FFF2-40B4-BE49-F238E27FC236}">
                <a16:creationId xmlns:a16="http://schemas.microsoft.com/office/drawing/2014/main" id="{A79108FF-A1DD-2645-A48B-B5F0217F821E}"/>
              </a:ext>
            </a:extLst>
          </p:cNvPr>
          <p:cNvSpPr/>
          <p:nvPr/>
        </p:nvSpPr>
        <p:spPr>
          <a:xfrm>
            <a:off x="3773045" y="1992522"/>
            <a:ext cx="1597910" cy="1597910"/>
          </a:xfrm>
          <a:prstGeom prst="ellipse">
            <a:avLst/>
          </a:prstGeom>
          <a:ln w="25400">
            <a:solidFill>
              <a:srgbClr val="1C3541"/>
            </a:solidFill>
            <a:custDash>
              <a:ds d="200000" sp="200000"/>
            </a:custDash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Venn diagram">
            <a:extLst>
              <a:ext uri="{FF2B5EF4-FFF2-40B4-BE49-F238E27FC236}">
                <a16:creationId xmlns:a16="http://schemas.microsoft.com/office/drawing/2014/main" id="{0665C6DB-FFDD-DF45-BF09-3F64BD9F4095}"/>
              </a:ext>
            </a:extLst>
          </p:cNvPr>
          <p:cNvSpPr txBox="1"/>
          <p:nvPr/>
        </p:nvSpPr>
        <p:spPr>
          <a:xfrm>
            <a:off x="2021171" y="2254410"/>
            <a:ext cx="977402" cy="192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>
            <a:spAutoFit/>
          </a:bodyPr>
          <a:lstStyle>
            <a:lvl1pPr>
              <a:defRPr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1" i="0" u="none" strike="noStrike" kern="1200" cap="none" spc="0" normalizeH="0" baseline="0" noProof="0" dirty="0">
                <a:ln>
                  <a:noFill/>
                </a:ln>
                <a:solidFill>
                  <a:srgbClr val="273D4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SemiBold"/>
              </a:rPr>
              <a:t>Text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273D4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Barlow SemiBold"/>
            </a:endParaRPr>
          </a:p>
        </p:txBody>
      </p:sp>
      <p:sp>
        <p:nvSpPr>
          <p:cNvPr id="29" name="Freeform 313">
            <a:extLst>
              <a:ext uri="{FF2B5EF4-FFF2-40B4-BE49-F238E27FC236}">
                <a16:creationId xmlns:a16="http://schemas.microsoft.com/office/drawing/2014/main" id="{72AFD776-48CD-B645-B1A1-81B7512AC049}"/>
              </a:ext>
            </a:extLst>
          </p:cNvPr>
          <p:cNvSpPr/>
          <p:nvPr/>
        </p:nvSpPr>
        <p:spPr>
          <a:xfrm>
            <a:off x="2386428" y="1873263"/>
            <a:ext cx="246888" cy="2808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2" y="0"/>
                </a:moveTo>
                <a:cubicBezTo>
                  <a:pt x="10395" y="0"/>
                  <a:pt x="10079" y="291"/>
                  <a:pt x="10079" y="640"/>
                </a:cubicBezTo>
                <a:lnTo>
                  <a:pt x="10079" y="1948"/>
                </a:lnTo>
                <a:cubicBezTo>
                  <a:pt x="10079" y="2298"/>
                  <a:pt x="10395" y="2575"/>
                  <a:pt x="10792" y="2575"/>
                </a:cubicBezTo>
                <a:cubicBezTo>
                  <a:pt x="11190" y="2575"/>
                  <a:pt x="11521" y="2298"/>
                  <a:pt x="11521" y="1948"/>
                </a:cubicBezTo>
                <a:lnTo>
                  <a:pt x="11521" y="640"/>
                </a:lnTo>
                <a:cubicBezTo>
                  <a:pt x="11521" y="291"/>
                  <a:pt x="11190" y="0"/>
                  <a:pt x="10792" y="0"/>
                </a:cubicBezTo>
                <a:close/>
                <a:moveTo>
                  <a:pt x="5950" y="1254"/>
                </a:moveTo>
                <a:cubicBezTo>
                  <a:pt x="5772" y="1212"/>
                  <a:pt x="5575" y="1233"/>
                  <a:pt x="5404" y="1321"/>
                </a:cubicBezTo>
                <a:cubicBezTo>
                  <a:pt x="5059" y="1496"/>
                  <a:pt x="4932" y="1885"/>
                  <a:pt x="5131" y="2188"/>
                </a:cubicBezTo>
                <a:lnTo>
                  <a:pt x="5859" y="3282"/>
                </a:lnTo>
                <a:cubicBezTo>
                  <a:pt x="6058" y="3585"/>
                  <a:pt x="6503" y="3683"/>
                  <a:pt x="6846" y="3509"/>
                </a:cubicBezTo>
                <a:cubicBezTo>
                  <a:pt x="7190" y="3334"/>
                  <a:pt x="7303" y="2944"/>
                  <a:pt x="7104" y="2642"/>
                </a:cubicBezTo>
                <a:lnTo>
                  <a:pt x="6390" y="1548"/>
                </a:lnTo>
                <a:cubicBezTo>
                  <a:pt x="6291" y="1395"/>
                  <a:pt x="6128" y="1296"/>
                  <a:pt x="5950" y="1254"/>
                </a:cubicBezTo>
                <a:close/>
                <a:moveTo>
                  <a:pt x="15650" y="1254"/>
                </a:moveTo>
                <a:cubicBezTo>
                  <a:pt x="15472" y="1296"/>
                  <a:pt x="15309" y="1395"/>
                  <a:pt x="15210" y="1548"/>
                </a:cubicBezTo>
                <a:lnTo>
                  <a:pt x="14496" y="2642"/>
                </a:lnTo>
                <a:cubicBezTo>
                  <a:pt x="14297" y="2944"/>
                  <a:pt x="14410" y="3334"/>
                  <a:pt x="14754" y="3509"/>
                </a:cubicBezTo>
                <a:cubicBezTo>
                  <a:pt x="15097" y="3683"/>
                  <a:pt x="15541" y="3586"/>
                  <a:pt x="15741" y="3282"/>
                </a:cubicBezTo>
                <a:lnTo>
                  <a:pt x="16454" y="2188"/>
                </a:lnTo>
                <a:cubicBezTo>
                  <a:pt x="16653" y="1885"/>
                  <a:pt x="16541" y="1496"/>
                  <a:pt x="16196" y="1321"/>
                </a:cubicBezTo>
                <a:cubicBezTo>
                  <a:pt x="16024" y="1233"/>
                  <a:pt x="15828" y="1212"/>
                  <a:pt x="15650" y="1254"/>
                </a:cubicBezTo>
                <a:close/>
                <a:moveTo>
                  <a:pt x="10792" y="3842"/>
                </a:moveTo>
                <a:cubicBezTo>
                  <a:pt x="6764" y="3836"/>
                  <a:pt x="4731" y="6752"/>
                  <a:pt x="4402" y="8632"/>
                </a:cubicBezTo>
                <a:cubicBezTo>
                  <a:pt x="4141" y="10127"/>
                  <a:pt x="4539" y="11623"/>
                  <a:pt x="5525" y="12835"/>
                </a:cubicBezTo>
                <a:cubicBezTo>
                  <a:pt x="6839" y="14448"/>
                  <a:pt x="7587" y="16101"/>
                  <a:pt x="7817" y="17758"/>
                </a:cubicBezTo>
                <a:lnTo>
                  <a:pt x="13768" y="17758"/>
                </a:lnTo>
                <a:cubicBezTo>
                  <a:pt x="13986" y="16050"/>
                  <a:pt x="14722" y="14411"/>
                  <a:pt x="15968" y="12968"/>
                </a:cubicBezTo>
                <a:cubicBezTo>
                  <a:pt x="16826" y="11974"/>
                  <a:pt x="17274" y="10789"/>
                  <a:pt x="17274" y="9539"/>
                </a:cubicBezTo>
                <a:cubicBezTo>
                  <a:pt x="17274" y="7151"/>
                  <a:pt x="15147" y="3849"/>
                  <a:pt x="10792" y="3842"/>
                </a:cubicBezTo>
                <a:close/>
                <a:moveTo>
                  <a:pt x="1882" y="4496"/>
                </a:moveTo>
                <a:cubicBezTo>
                  <a:pt x="1704" y="4538"/>
                  <a:pt x="1556" y="4638"/>
                  <a:pt x="1457" y="4790"/>
                </a:cubicBezTo>
                <a:cubicBezTo>
                  <a:pt x="1258" y="5092"/>
                  <a:pt x="1371" y="5482"/>
                  <a:pt x="1715" y="5657"/>
                </a:cubicBezTo>
                <a:lnTo>
                  <a:pt x="2960" y="6284"/>
                </a:lnTo>
                <a:cubicBezTo>
                  <a:pt x="3303" y="6458"/>
                  <a:pt x="3747" y="6361"/>
                  <a:pt x="3947" y="6057"/>
                </a:cubicBezTo>
                <a:cubicBezTo>
                  <a:pt x="4146" y="5754"/>
                  <a:pt x="4018" y="5365"/>
                  <a:pt x="3673" y="5190"/>
                </a:cubicBezTo>
                <a:lnTo>
                  <a:pt x="2429" y="4563"/>
                </a:lnTo>
                <a:cubicBezTo>
                  <a:pt x="2256" y="4475"/>
                  <a:pt x="2060" y="4454"/>
                  <a:pt x="1882" y="4496"/>
                </a:cubicBezTo>
                <a:close/>
                <a:moveTo>
                  <a:pt x="19703" y="4496"/>
                </a:moveTo>
                <a:cubicBezTo>
                  <a:pt x="19525" y="4454"/>
                  <a:pt x="19328" y="4475"/>
                  <a:pt x="19156" y="4563"/>
                </a:cubicBezTo>
                <a:lnTo>
                  <a:pt x="17911" y="5190"/>
                </a:lnTo>
                <a:cubicBezTo>
                  <a:pt x="17567" y="5365"/>
                  <a:pt x="17454" y="5754"/>
                  <a:pt x="17653" y="6057"/>
                </a:cubicBezTo>
                <a:cubicBezTo>
                  <a:pt x="17852" y="6360"/>
                  <a:pt x="18297" y="6458"/>
                  <a:pt x="18640" y="6284"/>
                </a:cubicBezTo>
                <a:lnTo>
                  <a:pt x="19885" y="5657"/>
                </a:lnTo>
                <a:cubicBezTo>
                  <a:pt x="20229" y="5482"/>
                  <a:pt x="20342" y="5092"/>
                  <a:pt x="20143" y="4790"/>
                </a:cubicBezTo>
                <a:cubicBezTo>
                  <a:pt x="20043" y="4638"/>
                  <a:pt x="19881" y="4538"/>
                  <a:pt x="19703" y="4496"/>
                </a:cubicBezTo>
                <a:close/>
                <a:moveTo>
                  <a:pt x="729" y="8899"/>
                </a:moveTo>
                <a:cubicBezTo>
                  <a:pt x="331" y="8899"/>
                  <a:pt x="0" y="9190"/>
                  <a:pt x="0" y="9539"/>
                </a:cubicBezTo>
                <a:cubicBezTo>
                  <a:pt x="0" y="9889"/>
                  <a:pt x="331" y="10166"/>
                  <a:pt x="729" y="10166"/>
                </a:cubicBezTo>
                <a:lnTo>
                  <a:pt x="2155" y="10166"/>
                </a:lnTo>
                <a:cubicBezTo>
                  <a:pt x="2553" y="10166"/>
                  <a:pt x="2884" y="9889"/>
                  <a:pt x="2884" y="9539"/>
                </a:cubicBezTo>
                <a:cubicBezTo>
                  <a:pt x="2884" y="9190"/>
                  <a:pt x="2553" y="8899"/>
                  <a:pt x="2155" y="8899"/>
                </a:cubicBezTo>
                <a:lnTo>
                  <a:pt x="729" y="8899"/>
                </a:lnTo>
                <a:close/>
                <a:moveTo>
                  <a:pt x="9366" y="8899"/>
                </a:moveTo>
                <a:cubicBezTo>
                  <a:pt x="9550" y="8899"/>
                  <a:pt x="9726" y="8962"/>
                  <a:pt x="9866" y="9086"/>
                </a:cubicBezTo>
                <a:lnTo>
                  <a:pt x="10792" y="9899"/>
                </a:lnTo>
                <a:lnTo>
                  <a:pt x="11734" y="9086"/>
                </a:lnTo>
                <a:cubicBezTo>
                  <a:pt x="12015" y="8839"/>
                  <a:pt x="12469" y="8839"/>
                  <a:pt x="12751" y="9086"/>
                </a:cubicBezTo>
                <a:cubicBezTo>
                  <a:pt x="13032" y="9333"/>
                  <a:pt x="13032" y="9732"/>
                  <a:pt x="12751" y="9979"/>
                </a:cubicBezTo>
                <a:lnTo>
                  <a:pt x="11521" y="11060"/>
                </a:lnTo>
                <a:lnTo>
                  <a:pt x="11521" y="13328"/>
                </a:lnTo>
                <a:cubicBezTo>
                  <a:pt x="11521" y="13678"/>
                  <a:pt x="11190" y="13969"/>
                  <a:pt x="10792" y="13969"/>
                </a:cubicBezTo>
                <a:cubicBezTo>
                  <a:pt x="10395" y="13969"/>
                  <a:pt x="10079" y="13678"/>
                  <a:pt x="10079" y="13328"/>
                </a:cubicBezTo>
                <a:lnTo>
                  <a:pt x="10079" y="11060"/>
                </a:lnTo>
                <a:lnTo>
                  <a:pt x="8849" y="9979"/>
                </a:lnTo>
                <a:cubicBezTo>
                  <a:pt x="8568" y="9732"/>
                  <a:pt x="8568" y="9333"/>
                  <a:pt x="8849" y="9086"/>
                </a:cubicBezTo>
                <a:cubicBezTo>
                  <a:pt x="8990" y="8962"/>
                  <a:pt x="9181" y="8899"/>
                  <a:pt x="9366" y="8899"/>
                </a:cubicBezTo>
                <a:close/>
                <a:moveTo>
                  <a:pt x="19429" y="8899"/>
                </a:moveTo>
                <a:cubicBezTo>
                  <a:pt x="19032" y="8899"/>
                  <a:pt x="18716" y="9190"/>
                  <a:pt x="18716" y="9539"/>
                </a:cubicBezTo>
                <a:cubicBezTo>
                  <a:pt x="18716" y="9889"/>
                  <a:pt x="19032" y="10166"/>
                  <a:pt x="19429" y="10166"/>
                </a:cubicBezTo>
                <a:lnTo>
                  <a:pt x="20871" y="10166"/>
                </a:lnTo>
                <a:cubicBezTo>
                  <a:pt x="21269" y="10166"/>
                  <a:pt x="21600" y="9889"/>
                  <a:pt x="21600" y="9539"/>
                </a:cubicBezTo>
                <a:cubicBezTo>
                  <a:pt x="21600" y="9190"/>
                  <a:pt x="21269" y="8899"/>
                  <a:pt x="20871" y="8899"/>
                </a:cubicBezTo>
                <a:lnTo>
                  <a:pt x="19429" y="8899"/>
                </a:lnTo>
                <a:close/>
                <a:moveTo>
                  <a:pt x="3506" y="12715"/>
                </a:moveTo>
                <a:cubicBezTo>
                  <a:pt x="3328" y="12673"/>
                  <a:pt x="3131" y="12693"/>
                  <a:pt x="2960" y="12781"/>
                </a:cubicBezTo>
                <a:lnTo>
                  <a:pt x="1715" y="13408"/>
                </a:lnTo>
                <a:cubicBezTo>
                  <a:pt x="1371" y="13583"/>
                  <a:pt x="1258" y="13973"/>
                  <a:pt x="1457" y="14275"/>
                </a:cubicBezTo>
                <a:cubicBezTo>
                  <a:pt x="1656" y="14578"/>
                  <a:pt x="2086" y="14690"/>
                  <a:pt x="2429" y="14516"/>
                </a:cubicBezTo>
                <a:lnTo>
                  <a:pt x="3673" y="13875"/>
                </a:lnTo>
                <a:cubicBezTo>
                  <a:pt x="4018" y="13700"/>
                  <a:pt x="4146" y="13311"/>
                  <a:pt x="3947" y="13008"/>
                </a:cubicBezTo>
                <a:cubicBezTo>
                  <a:pt x="3847" y="12856"/>
                  <a:pt x="3685" y="12756"/>
                  <a:pt x="3506" y="12715"/>
                </a:cubicBezTo>
                <a:close/>
                <a:moveTo>
                  <a:pt x="18094" y="12715"/>
                </a:moveTo>
                <a:cubicBezTo>
                  <a:pt x="17916" y="12756"/>
                  <a:pt x="17753" y="12856"/>
                  <a:pt x="17653" y="13008"/>
                </a:cubicBezTo>
                <a:cubicBezTo>
                  <a:pt x="17455" y="13311"/>
                  <a:pt x="17567" y="13700"/>
                  <a:pt x="17911" y="13875"/>
                </a:cubicBezTo>
                <a:lnTo>
                  <a:pt x="19156" y="14516"/>
                </a:lnTo>
                <a:cubicBezTo>
                  <a:pt x="19499" y="14690"/>
                  <a:pt x="19943" y="14579"/>
                  <a:pt x="20143" y="14275"/>
                </a:cubicBezTo>
                <a:cubicBezTo>
                  <a:pt x="20342" y="13973"/>
                  <a:pt x="20229" y="13583"/>
                  <a:pt x="19885" y="13408"/>
                </a:cubicBezTo>
                <a:lnTo>
                  <a:pt x="18640" y="12781"/>
                </a:lnTo>
                <a:cubicBezTo>
                  <a:pt x="18468" y="12693"/>
                  <a:pt x="18272" y="12673"/>
                  <a:pt x="18094" y="12715"/>
                </a:cubicBezTo>
                <a:close/>
                <a:moveTo>
                  <a:pt x="7924" y="19065"/>
                </a:moveTo>
                <a:cubicBezTo>
                  <a:pt x="7950" y="20487"/>
                  <a:pt x="9195" y="21600"/>
                  <a:pt x="10792" y="21600"/>
                </a:cubicBezTo>
                <a:cubicBezTo>
                  <a:pt x="12380" y="21600"/>
                  <a:pt x="13676" y="20460"/>
                  <a:pt x="13676" y="19065"/>
                </a:cubicBezTo>
                <a:lnTo>
                  <a:pt x="7924" y="19065"/>
                </a:lnTo>
                <a:close/>
              </a:path>
            </a:pathLst>
          </a:custGeom>
          <a:solidFill>
            <a:srgbClr val="273D4E"/>
          </a:solidFill>
          <a:ln w="12700">
            <a:miter lim="400000"/>
          </a:ln>
        </p:spPr>
        <p:txBody>
          <a:bodyPr lIns="17145" rIns="17145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67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30" name="Venn diagram">
            <a:extLst>
              <a:ext uri="{FF2B5EF4-FFF2-40B4-BE49-F238E27FC236}">
                <a16:creationId xmlns:a16="http://schemas.microsoft.com/office/drawing/2014/main" id="{7EE85755-D0BC-DD46-8FE4-DE2102D8E73C}"/>
              </a:ext>
            </a:extLst>
          </p:cNvPr>
          <p:cNvSpPr txBox="1"/>
          <p:nvPr/>
        </p:nvSpPr>
        <p:spPr>
          <a:xfrm>
            <a:off x="6091256" y="2254409"/>
            <a:ext cx="1108109" cy="192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>
            <a:spAutoFit/>
          </a:bodyPr>
          <a:lstStyle>
            <a:lvl1pPr>
              <a:defRPr>
                <a:solidFill>
                  <a:srgbClr val="5353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1" i="0" u="none" strike="noStrike" kern="1200" cap="none" spc="0" normalizeH="0" baseline="0" noProof="0" dirty="0">
                <a:ln>
                  <a:noFill/>
                </a:ln>
                <a:solidFill>
                  <a:srgbClr val="1C35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SemiBold"/>
              </a:rPr>
              <a:t>Text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1C35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Barlow SemiBold"/>
            </a:endParaRPr>
          </a:p>
        </p:txBody>
      </p:sp>
      <p:sp>
        <p:nvSpPr>
          <p:cNvPr id="31" name="Freeform 140">
            <a:extLst>
              <a:ext uri="{FF2B5EF4-FFF2-40B4-BE49-F238E27FC236}">
                <a16:creationId xmlns:a16="http://schemas.microsoft.com/office/drawing/2014/main" id="{0FF88B0D-712D-994B-882C-1618A5FBDE2E}"/>
              </a:ext>
            </a:extLst>
          </p:cNvPr>
          <p:cNvSpPr/>
          <p:nvPr/>
        </p:nvSpPr>
        <p:spPr>
          <a:xfrm>
            <a:off x="6501818" y="1874026"/>
            <a:ext cx="279194" cy="2793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12" y="0"/>
                </a:moveTo>
                <a:lnTo>
                  <a:pt x="14912" y="5110"/>
                </a:lnTo>
                <a:lnTo>
                  <a:pt x="19971" y="5110"/>
                </a:lnTo>
                <a:lnTo>
                  <a:pt x="19971" y="640"/>
                </a:lnTo>
                <a:cubicBezTo>
                  <a:pt x="19971" y="291"/>
                  <a:pt x="19693" y="0"/>
                  <a:pt x="19344" y="0"/>
                </a:cubicBezTo>
                <a:lnTo>
                  <a:pt x="14912" y="0"/>
                </a:lnTo>
                <a:close/>
                <a:moveTo>
                  <a:pt x="11120" y="1307"/>
                </a:moveTo>
                <a:cubicBezTo>
                  <a:pt x="10887" y="1307"/>
                  <a:pt x="10670" y="1435"/>
                  <a:pt x="10560" y="1641"/>
                </a:cubicBezTo>
                <a:cubicBezTo>
                  <a:pt x="10450" y="1847"/>
                  <a:pt x="10457" y="2101"/>
                  <a:pt x="10586" y="2295"/>
                </a:cubicBezTo>
                <a:lnTo>
                  <a:pt x="11614" y="3842"/>
                </a:lnTo>
                <a:lnTo>
                  <a:pt x="10586" y="5390"/>
                </a:lnTo>
                <a:cubicBezTo>
                  <a:pt x="10457" y="5584"/>
                  <a:pt x="10450" y="5838"/>
                  <a:pt x="10560" y="6044"/>
                </a:cubicBezTo>
                <a:cubicBezTo>
                  <a:pt x="10670" y="6249"/>
                  <a:pt x="10887" y="6377"/>
                  <a:pt x="11120" y="6377"/>
                </a:cubicBezTo>
                <a:lnTo>
                  <a:pt x="13644" y="6377"/>
                </a:lnTo>
                <a:lnTo>
                  <a:pt x="13644" y="1307"/>
                </a:lnTo>
                <a:lnTo>
                  <a:pt x="11120" y="1307"/>
                </a:lnTo>
                <a:close/>
                <a:moveTo>
                  <a:pt x="18716" y="6377"/>
                </a:moveTo>
                <a:lnTo>
                  <a:pt x="18716" y="8899"/>
                </a:lnTo>
                <a:lnTo>
                  <a:pt x="17755" y="8899"/>
                </a:lnTo>
                <a:cubicBezTo>
                  <a:pt x="17406" y="8899"/>
                  <a:pt x="17128" y="9190"/>
                  <a:pt x="17128" y="9539"/>
                </a:cubicBezTo>
                <a:lnTo>
                  <a:pt x="17128" y="21600"/>
                </a:lnTo>
                <a:lnTo>
                  <a:pt x="20973" y="21600"/>
                </a:lnTo>
                <a:cubicBezTo>
                  <a:pt x="21322" y="21600"/>
                  <a:pt x="21600" y="21309"/>
                  <a:pt x="21600" y="20960"/>
                </a:cubicBezTo>
                <a:lnTo>
                  <a:pt x="21600" y="9539"/>
                </a:lnTo>
                <a:cubicBezTo>
                  <a:pt x="21600" y="9190"/>
                  <a:pt x="21322" y="8899"/>
                  <a:pt x="20973" y="8899"/>
                </a:cubicBezTo>
                <a:lnTo>
                  <a:pt x="19971" y="8899"/>
                </a:lnTo>
                <a:lnTo>
                  <a:pt x="19971" y="6377"/>
                </a:lnTo>
                <a:lnTo>
                  <a:pt x="18716" y="6377"/>
                </a:lnTo>
                <a:close/>
                <a:moveTo>
                  <a:pt x="12068" y="12701"/>
                </a:moveTo>
                <a:cubicBezTo>
                  <a:pt x="11719" y="12701"/>
                  <a:pt x="11428" y="12979"/>
                  <a:pt x="11427" y="13328"/>
                </a:cubicBezTo>
                <a:lnTo>
                  <a:pt x="11427" y="21600"/>
                </a:lnTo>
                <a:lnTo>
                  <a:pt x="15860" y="21600"/>
                </a:lnTo>
                <a:lnTo>
                  <a:pt x="15860" y="13328"/>
                </a:lnTo>
                <a:cubicBezTo>
                  <a:pt x="15860" y="12979"/>
                  <a:pt x="15582" y="12701"/>
                  <a:pt x="15232" y="12701"/>
                </a:cubicBezTo>
                <a:lnTo>
                  <a:pt x="12068" y="12701"/>
                </a:lnTo>
                <a:close/>
                <a:moveTo>
                  <a:pt x="6368" y="15223"/>
                </a:moveTo>
                <a:cubicBezTo>
                  <a:pt x="6018" y="15223"/>
                  <a:pt x="5740" y="15514"/>
                  <a:pt x="5740" y="15863"/>
                </a:cubicBezTo>
                <a:lnTo>
                  <a:pt x="5740" y="21600"/>
                </a:lnTo>
                <a:lnTo>
                  <a:pt x="10173" y="21600"/>
                </a:lnTo>
                <a:lnTo>
                  <a:pt x="10173" y="15863"/>
                </a:lnTo>
                <a:cubicBezTo>
                  <a:pt x="10173" y="15514"/>
                  <a:pt x="9881" y="15223"/>
                  <a:pt x="9532" y="15223"/>
                </a:cubicBezTo>
                <a:lnTo>
                  <a:pt x="6368" y="15223"/>
                </a:lnTo>
                <a:close/>
                <a:moveTo>
                  <a:pt x="627" y="17758"/>
                </a:moveTo>
                <a:cubicBezTo>
                  <a:pt x="278" y="17758"/>
                  <a:pt x="0" y="18035"/>
                  <a:pt x="0" y="18385"/>
                </a:cubicBezTo>
                <a:lnTo>
                  <a:pt x="0" y="20960"/>
                </a:lnTo>
                <a:cubicBezTo>
                  <a:pt x="0" y="21309"/>
                  <a:pt x="278" y="21600"/>
                  <a:pt x="627" y="21600"/>
                </a:cubicBezTo>
                <a:lnTo>
                  <a:pt x="4472" y="21600"/>
                </a:lnTo>
                <a:lnTo>
                  <a:pt x="4472" y="18385"/>
                </a:lnTo>
                <a:cubicBezTo>
                  <a:pt x="4472" y="18035"/>
                  <a:pt x="4181" y="17758"/>
                  <a:pt x="3831" y="17758"/>
                </a:cubicBezTo>
                <a:lnTo>
                  <a:pt x="627" y="17758"/>
                </a:lnTo>
                <a:close/>
              </a:path>
            </a:pathLst>
          </a:custGeom>
          <a:solidFill>
            <a:srgbClr val="1C3541"/>
          </a:solidFill>
          <a:ln w="12700">
            <a:miter lim="400000"/>
          </a:ln>
        </p:spPr>
        <p:txBody>
          <a:bodyPr lIns="17145" rIns="17145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675" b="0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32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04201384-60F9-6F49-949D-2786B9BB32ED}"/>
              </a:ext>
            </a:extLst>
          </p:cNvPr>
          <p:cNvSpPr txBox="1"/>
          <p:nvPr/>
        </p:nvSpPr>
        <p:spPr>
          <a:xfrm>
            <a:off x="1511780" y="2564214"/>
            <a:ext cx="1996185" cy="1091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>
            <a:spAutoFit/>
          </a:bodyPr>
          <a:lstStyle/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5D89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Lorem ipsum dolor sit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consectetur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5D89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Tempor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incididunt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labore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dolore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5D89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Magna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aliqua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Nunc lorem dolor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5D89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Sed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viverra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ipsum fermentum et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5D89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Sollicitudin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ac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phasellus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egestas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</p:txBody>
      </p:sp>
      <p:sp>
        <p:nvSpPr>
          <p:cNvPr id="33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F3573D23-D647-C346-8B06-C1EA94371B0B}"/>
              </a:ext>
            </a:extLst>
          </p:cNvPr>
          <p:cNvSpPr txBox="1"/>
          <p:nvPr/>
        </p:nvSpPr>
        <p:spPr>
          <a:xfrm>
            <a:off x="5647218" y="2564943"/>
            <a:ext cx="1996185" cy="1091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>
            <a:spAutoFit/>
          </a:bodyPr>
          <a:lstStyle/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5D89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Lorem ipsum dolor sit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consectetur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5D89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Tempor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incididunt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labore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dolore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5D89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Magna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aliqua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Nunc lorem dolor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5D89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Sed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viverra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ipsum fermentum et </a:t>
            </a:r>
          </a:p>
          <a:p>
            <a:pPr marL="88900" marR="0" lvl="0" indent="-88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5D89"/>
              </a:buClr>
              <a:buSzPct val="100000"/>
              <a:buFont typeface=".Hiragino Kaku Gothic Interface W3"/>
              <a:buChar char="▪"/>
              <a:tabLst/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Sollicitudin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ac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phasellus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egestas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</p:txBody>
      </p:sp>
      <p:sp>
        <p:nvSpPr>
          <p:cNvPr id="34" name="Freeform 80">
            <a:extLst>
              <a:ext uri="{FF2B5EF4-FFF2-40B4-BE49-F238E27FC236}">
                <a16:creationId xmlns:a16="http://schemas.microsoft.com/office/drawing/2014/main" id="{4E94B040-5930-AC46-80BE-1EB6BF0ED49C}"/>
              </a:ext>
            </a:extLst>
          </p:cNvPr>
          <p:cNvSpPr>
            <a:spLocks noEditPoints="1"/>
          </p:cNvSpPr>
          <p:nvPr/>
        </p:nvSpPr>
        <p:spPr bwMode="auto">
          <a:xfrm>
            <a:off x="4373222" y="2642668"/>
            <a:ext cx="395816" cy="297618"/>
          </a:xfrm>
          <a:custGeom>
            <a:avLst/>
            <a:gdLst>
              <a:gd name="T0" fmla="*/ 409426 w 256"/>
              <a:gd name="T1" fmla="*/ 171029 h 192"/>
              <a:gd name="T2" fmla="*/ 409426 w 256"/>
              <a:gd name="T3" fmla="*/ 171029 h 192"/>
              <a:gd name="T4" fmla="*/ 331440 w 256"/>
              <a:gd name="T5" fmla="*/ 249213 h 192"/>
              <a:gd name="T6" fmla="*/ 331440 w 256"/>
              <a:gd name="T7" fmla="*/ 249213 h 192"/>
              <a:gd name="T8" fmla="*/ 318443 w 256"/>
              <a:gd name="T9" fmla="*/ 254100 h 192"/>
              <a:gd name="T10" fmla="*/ 298946 w 256"/>
              <a:gd name="T11" fmla="*/ 234554 h 192"/>
              <a:gd name="T12" fmla="*/ 305445 w 256"/>
              <a:gd name="T13" fmla="*/ 221523 h 192"/>
              <a:gd name="T14" fmla="*/ 305445 w 256"/>
              <a:gd name="T15" fmla="*/ 221523 h 192"/>
              <a:gd name="T16" fmla="*/ 368808 w 256"/>
              <a:gd name="T17" fmla="*/ 156369 h 192"/>
              <a:gd name="T18" fmla="*/ 305445 w 256"/>
              <a:gd name="T19" fmla="*/ 92844 h 192"/>
              <a:gd name="T20" fmla="*/ 305445 w 256"/>
              <a:gd name="T21" fmla="*/ 92844 h 192"/>
              <a:gd name="T22" fmla="*/ 298946 w 256"/>
              <a:gd name="T23" fmla="*/ 78185 h 192"/>
              <a:gd name="T24" fmla="*/ 318443 w 256"/>
              <a:gd name="T25" fmla="*/ 58638 h 192"/>
              <a:gd name="T26" fmla="*/ 333065 w 256"/>
              <a:gd name="T27" fmla="*/ 65154 h 192"/>
              <a:gd name="T28" fmla="*/ 333065 w 256"/>
              <a:gd name="T29" fmla="*/ 65154 h 192"/>
              <a:gd name="T30" fmla="*/ 409426 w 256"/>
              <a:gd name="T31" fmla="*/ 141709 h 192"/>
              <a:gd name="T32" fmla="*/ 415925 w 256"/>
              <a:gd name="T33" fmla="*/ 156369 h 192"/>
              <a:gd name="T34" fmla="*/ 409426 w 256"/>
              <a:gd name="T35" fmla="*/ 171029 h 192"/>
              <a:gd name="T36" fmla="*/ 173844 w 256"/>
              <a:gd name="T37" fmla="*/ 299707 h 192"/>
              <a:gd name="T38" fmla="*/ 155972 w 256"/>
              <a:gd name="T39" fmla="*/ 312738 h 192"/>
              <a:gd name="T40" fmla="*/ 136475 w 256"/>
              <a:gd name="T41" fmla="*/ 293192 h 192"/>
              <a:gd name="T42" fmla="*/ 138100 w 256"/>
              <a:gd name="T43" fmla="*/ 286677 h 192"/>
              <a:gd name="T44" fmla="*/ 242081 w 256"/>
              <a:gd name="T45" fmla="*/ 13031 h 192"/>
              <a:gd name="T46" fmla="*/ 259953 w 256"/>
              <a:gd name="T47" fmla="*/ 0 h 192"/>
              <a:gd name="T48" fmla="*/ 279450 w 256"/>
              <a:gd name="T49" fmla="*/ 19546 h 192"/>
              <a:gd name="T50" fmla="*/ 277825 w 256"/>
              <a:gd name="T51" fmla="*/ 26062 h 192"/>
              <a:gd name="T52" fmla="*/ 173844 w 256"/>
              <a:gd name="T53" fmla="*/ 299707 h 192"/>
              <a:gd name="T54" fmla="*/ 110480 w 256"/>
              <a:gd name="T55" fmla="*/ 92844 h 192"/>
              <a:gd name="T56" fmla="*/ 47117 w 256"/>
              <a:gd name="T57" fmla="*/ 156369 h 192"/>
              <a:gd name="T58" fmla="*/ 112105 w 256"/>
              <a:gd name="T59" fmla="*/ 221523 h 192"/>
              <a:gd name="T60" fmla="*/ 112105 w 256"/>
              <a:gd name="T61" fmla="*/ 221523 h 192"/>
              <a:gd name="T62" fmla="*/ 116979 w 256"/>
              <a:gd name="T63" fmla="*/ 234554 h 192"/>
              <a:gd name="T64" fmla="*/ 97482 w 256"/>
              <a:gd name="T65" fmla="*/ 254100 h 192"/>
              <a:gd name="T66" fmla="*/ 84485 w 256"/>
              <a:gd name="T67" fmla="*/ 249213 h 192"/>
              <a:gd name="T68" fmla="*/ 84485 w 256"/>
              <a:gd name="T69" fmla="*/ 249213 h 192"/>
              <a:gd name="T70" fmla="*/ 6499 w 256"/>
              <a:gd name="T71" fmla="*/ 171029 h 192"/>
              <a:gd name="T72" fmla="*/ 6499 w 256"/>
              <a:gd name="T73" fmla="*/ 171029 h 192"/>
              <a:gd name="T74" fmla="*/ 0 w 256"/>
              <a:gd name="T75" fmla="*/ 156369 h 192"/>
              <a:gd name="T76" fmla="*/ 6499 w 256"/>
              <a:gd name="T77" fmla="*/ 141709 h 192"/>
              <a:gd name="T78" fmla="*/ 84485 w 256"/>
              <a:gd name="T79" fmla="*/ 65154 h 192"/>
              <a:gd name="T80" fmla="*/ 84485 w 256"/>
              <a:gd name="T81" fmla="*/ 65154 h 192"/>
              <a:gd name="T82" fmla="*/ 97482 w 256"/>
              <a:gd name="T83" fmla="*/ 58638 h 192"/>
              <a:gd name="T84" fmla="*/ 116979 w 256"/>
              <a:gd name="T85" fmla="*/ 78185 h 192"/>
              <a:gd name="T86" fmla="*/ 110480 w 256"/>
              <a:gd name="T87" fmla="*/ 92844 h 19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56" h="192">
                <a:moveTo>
                  <a:pt x="252" y="105"/>
                </a:moveTo>
                <a:cubicBezTo>
                  <a:pt x="252" y="105"/>
                  <a:pt x="252" y="105"/>
                  <a:pt x="252" y="105"/>
                </a:cubicBezTo>
                <a:cubicBezTo>
                  <a:pt x="204" y="153"/>
                  <a:pt x="204" y="153"/>
                  <a:pt x="204" y="153"/>
                </a:cubicBezTo>
                <a:cubicBezTo>
                  <a:pt x="204" y="153"/>
                  <a:pt x="204" y="153"/>
                  <a:pt x="204" y="153"/>
                </a:cubicBezTo>
                <a:cubicBezTo>
                  <a:pt x="202" y="155"/>
                  <a:pt x="199" y="156"/>
                  <a:pt x="196" y="156"/>
                </a:cubicBezTo>
                <a:cubicBezTo>
                  <a:pt x="189" y="156"/>
                  <a:pt x="184" y="151"/>
                  <a:pt x="184" y="144"/>
                </a:cubicBezTo>
                <a:cubicBezTo>
                  <a:pt x="184" y="141"/>
                  <a:pt x="185" y="138"/>
                  <a:pt x="188" y="136"/>
                </a:cubicBezTo>
                <a:cubicBezTo>
                  <a:pt x="188" y="136"/>
                  <a:pt x="188" y="136"/>
                  <a:pt x="188" y="136"/>
                </a:cubicBezTo>
                <a:cubicBezTo>
                  <a:pt x="227" y="96"/>
                  <a:pt x="227" y="96"/>
                  <a:pt x="227" y="96"/>
                </a:cubicBezTo>
                <a:cubicBezTo>
                  <a:pt x="188" y="57"/>
                  <a:pt x="188" y="57"/>
                  <a:pt x="188" y="57"/>
                </a:cubicBezTo>
                <a:cubicBezTo>
                  <a:pt x="188" y="57"/>
                  <a:pt x="188" y="57"/>
                  <a:pt x="188" y="57"/>
                </a:cubicBezTo>
                <a:cubicBezTo>
                  <a:pt x="185" y="54"/>
                  <a:pt x="184" y="51"/>
                  <a:pt x="184" y="48"/>
                </a:cubicBezTo>
                <a:cubicBezTo>
                  <a:pt x="184" y="41"/>
                  <a:pt x="189" y="36"/>
                  <a:pt x="196" y="36"/>
                </a:cubicBezTo>
                <a:cubicBezTo>
                  <a:pt x="199" y="36"/>
                  <a:pt x="202" y="37"/>
                  <a:pt x="205" y="40"/>
                </a:cubicBezTo>
                <a:cubicBezTo>
                  <a:pt x="205" y="40"/>
                  <a:pt x="205" y="40"/>
                  <a:pt x="205" y="40"/>
                </a:cubicBezTo>
                <a:cubicBezTo>
                  <a:pt x="252" y="87"/>
                  <a:pt x="252" y="87"/>
                  <a:pt x="252" y="87"/>
                </a:cubicBezTo>
                <a:cubicBezTo>
                  <a:pt x="254" y="89"/>
                  <a:pt x="256" y="92"/>
                  <a:pt x="256" y="96"/>
                </a:cubicBezTo>
                <a:cubicBezTo>
                  <a:pt x="256" y="99"/>
                  <a:pt x="255" y="102"/>
                  <a:pt x="252" y="105"/>
                </a:cubicBezTo>
                <a:moveTo>
                  <a:pt x="107" y="184"/>
                </a:moveTo>
                <a:cubicBezTo>
                  <a:pt x="106" y="189"/>
                  <a:pt x="101" y="192"/>
                  <a:pt x="96" y="192"/>
                </a:cubicBezTo>
                <a:cubicBezTo>
                  <a:pt x="89" y="192"/>
                  <a:pt x="84" y="187"/>
                  <a:pt x="84" y="180"/>
                </a:cubicBezTo>
                <a:cubicBezTo>
                  <a:pt x="84" y="178"/>
                  <a:pt x="84" y="177"/>
                  <a:pt x="85" y="176"/>
                </a:cubicBezTo>
                <a:cubicBezTo>
                  <a:pt x="149" y="8"/>
                  <a:pt x="149" y="8"/>
                  <a:pt x="149" y="8"/>
                </a:cubicBezTo>
                <a:cubicBezTo>
                  <a:pt x="150" y="3"/>
                  <a:pt x="155" y="0"/>
                  <a:pt x="160" y="0"/>
                </a:cubicBezTo>
                <a:cubicBezTo>
                  <a:pt x="167" y="0"/>
                  <a:pt x="172" y="5"/>
                  <a:pt x="172" y="12"/>
                </a:cubicBezTo>
                <a:cubicBezTo>
                  <a:pt x="172" y="14"/>
                  <a:pt x="172" y="15"/>
                  <a:pt x="171" y="16"/>
                </a:cubicBezTo>
                <a:lnTo>
                  <a:pt x="107" y="184"/>
                </a:lnTo>
                <a:close/>
                <a:moveTo>
                  <a:pt x="68" y="57"/>
                </a:moveTo>
                <a:cubicBezTo>
                  <a:pt x="29" y="96"/>
                  <a:pt x="29" y="96"/>
                  <a:pt x="29" y="96"/>
                </a:cubicBezTo>
                <a:cubicBezTo>
                  <a:pt x="69" y="136"/>
                  <a:pt x="69" y="136"/>
                  <a:pt x="69" y="136"/>
                </a:cubicBezTo>
                <a:cubicBezTo>
                  <a:pt x="69" y="136"/>
                  <a:pt x="69" y="136"/>
                  <a:pt x="69" y="136"/>
                </a:cubicBezTo>
                <a:cubicBezTo>
                  <a:pt x="71" y="138"/>
                  <a:pt x="72" y="141"/>
                  <a:pt x="72" y="144"/>
                </a:cubicBezTo>
                <a:cubicBezTo>
                  <a:pt x="72" y="151"/>
                  <a:pt x="67" y="156"/>
                  <a:pt x="60" y="156"/>
                </a:cubicBezTo>
                <a:cubicBezTo>
                  <a:pt x="57" y="156"/>
                  <a:pt x="54" y="155"/>
                  <a:pt x="52" y="153"/>
                </a:cubicBezTo>
                <a:cubicBezTo>
                  <a:pt x="52" y="153"/>
                  <a:pt x="52" y="153"/>
                  <a:pt x="52" y="153"/>
                </a:cubicBezTo>
                <a:cubicBezTo>
                  <a:pt x="4" y="105"/>
                  <a:pt x="4" y="105"/>
                  <a:pt x="4" y="105"/>
                </a:cubicBezTo>
                <a:cubicBezTo>
                  <a:pt x="4" y="105"/>
                  <a:pt x="4" y="105"/>
                  <a:pt x="4" y="105"/>
                </a:cubicBezTo>
                <a:cubicBezTo>
                  <a:pt x="1" y="102"/>
                  <a:pt x="0" y="99"/>
                  <a:pt x="0" y="96"/>
                </a:cubicBezTo>
                <a:cubicBezTo>
                  <a:pt x="0" y="92"/>
                  <a:pt x="2" y="89"/>
                  <a:pt x="4" y="87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4" y="37"/>
                  <a:pt x="57" y="36"/>
                  <a:pt x="60" y="36"/>
                </a:cubicBezTo>
                <a:cubicBezTo>
                  <a:pt x="67" y="36"/>
                  <a:pt x="72" y="41"/>
                  <a:pt x="72" y="48"/>
                </a:cubicBezTo>
                <a:cubicBezTo>
                  <a:pt x="72" y="51"/>
                  <a:pt x="71" y="54"/>
                  <a:pt x="68" y="5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771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ounded Rectangle">
            <a:extLst>
              <a:ext uri="{FF2B5EF4-FFF2-40B4-BE49-F238E27FC236}">
                <a16:creationId xmlns:a16="http://schemas.microsoft.com/office/drawing/2014/main" id="{3CB7C66D-7DC4-CE45-B387-E5AD21986F92}"/>
              </a:ext>
            </a:extLst>
          </p:cNvPr>
          <p:cNvSpPr/>
          <p:nvPr/>
        </p:nvSpPr>
        <p:spPr>
          <a:xfrm>
            <a:off x="623948" y="1017436"/>
            <a:ext cx="7896104" cy="339363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rgbClr val="1C3541"/>
            </a:solidFill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678D96A-8B8D-F84E-8A13-506CF2F7A9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334577" y="4595092"/>
            <a:ext cx="474846" cy="244675"/>
          </a:xfrm>
        </p:spPr>
        <p:txBody>
          <a:bodyPr/>
          <a:lstStyle/>
          <a:p>
            <a:fld id="{E1A248C8-F8BB-E445-A375-7E790E0AFF1F}" type="slidenum">
              <a:rPr lang="it-IT" smtClean="0"/>
              <a:pPr/>
              <a:t>15</a:t>
            </a:fld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66AEDBE-DB46-2A48-AA75-9FD851DA76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TITLE PRESENTATION</a:t>
            </a:r>
          </a:p>
        </p:txBody>
      </p:sp>
      <p:sp>
        <p:nvSpPr>
          <p:cNvPr id="47" name="Segnaposto testo 46">
            <a:extLst>
              <a:ext uri="{FF2B5EF4-FFF2-40B4-BE49-F238E27FC236}">
                <a16:creationId xmlns:a16="http://schemas.microsoft.com/office/drawing/2014/main" id="{CB345AC3-DB87-354D-9F9C-5F3CE72011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B7C7B7F1-3421-8C42-8A4A-24E9467540BD}"/>
              </a:ext>
            </a:extLst>
          </p:cNvPr>
          <p:cNvSpPr/>
          <p:nvPr/>
        </p:nvSpPr>
        <p:spPr>
          <a:xfrm>
            <a:off x="6557031" y="1016558"/>
            <a:ext cx="1962866" cy="808613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rgbClr val="1E3846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egnaposto testo 1">
            <a:extLst>
              <a:ext uri="{FF2B5EF4-FFF2-40B4-BE49-F238E27FC236}">
                <a16:creationId xmlns:a16="http://schemas.microsoft.com/office/drawing/2014/main" id="{7A3202A0-CF34-5F47-AEA2-D719BF6F09BA}"/>
              </a:ext>
            </a:extLst>
          </p:cNvPr>
          <p:cNvSpPr txBox="1">
            <a:spLocks/>
          </p:cNvSpPr>
          <p:nvPr/>
        </p:nvSpPr>
        <p:spPr>
          <a:xfrm>
            <a:off x="408026" y="346450"/>
            <a:ext cx="5887728" cy="4619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Gill Sans MT" panose="020B0502020104020203" pitchFamily="34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6A1E67A9-91FF-004C-9C82-01B5AC404729}"/>
              </a:ext>
            </a:extLst>
          </p:cNvPr>
          <p:cNvSpPr/>
          <p:nvPr/>
        </p:nvSpPr>
        <p:spPr>
          <a:xfrm>
            <a:off x="6522398" y="4004135"/>
            <a:ext cx="1994031" cy="409575"/>
          </a:xfrm>
          <a:prstGeom prst="rect">
            <a:avLst/>
          </a:prstGeom>
          <a:solidFill>
            <a:srgbClr val="1C3541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6D4D7831-35EA-C244-BD7F-E49C5AD540D5}"/>
              </a:ext>
            </a:extLst>
          </p:cNvPr>
          <p:cNvSpPr/>
          <p:nvPr/>
        </p:nvSpPr>
        <p:spPr>
          <a:xfrm>
            <a:off x="4557240" y="4004135"/>
            <a:ext cx="1994031" cy="409575"/>
          </a:xfrm>
          <a:prstGeom prst="rect">
            <a:avLst/>
          </a:prstGeom>
          <a:solidFill>
            <a:schemeClr val="tx2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B46C7551-D588-E74E-B841-B97656FA8E9D}"/>
              </a:ext>
            </a:extLst>
          </p:cNvPr>
          <p:cNvSpPr/>
          <p:nvPr/>
        </p:nvSpPr>
        <p:spPr>
          <a:xfrm>
            <a:off x="4560546" y="1016558"/>
            <a:ext cx="1994031" cy="808613"/>
          </a:xfrm>
          <a:prstGeom prst="rect">
            <a:avLst/>
          </a:prstGeom>
          <a:solidFill>
            <a:schemeClr val="tx2">
              <a:alpha val="77611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28C1F559-6993-0841-8FCC-4E632432DAF7}"/>
              </a:ext>
            </a:extLst>
          </p:cNvPr>
          <p:cNvSpPr/>
          <p:nvPr/>
        </p:nvSpPr>
        <p:spPr>
          <a:xfrm>
            <a:off x="2569821" y="1016558"/>
            <a:ext cx="1994031" cy="808613"/>
          </a:xfrm>
          <a:prstGeom prst="rect">
            <a:avLst/>
          </a:prstGeom>
          <a:solidFill>
            <a:srgbClr val="273D4E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 140">
            <a:extLst>
              <a:ext uri="{FF2B5EF4-FFF2-40B4-BE49-F238E27FC236}">
                <a16:creationId xmlns:a16="http://schemas.microsoft.com/office/drawing/2014/main" id="{5D51E1BD-3F48-8343-8E50-F0899BE101DF}"/>
              </a:ext>
            </a:extLst>
          </p:cNvPr>
          <p:cNvSpPr/>
          <p:nvPr/>
        </p:nvSpPr>
        <p:spPr>
          <a:xfrm>
            <a:off x="3460269" y="1205378"/>
            <a:ext cx="200914" cy="2010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12" y="0"/>
                </a:moveTo>
                <a:lnTo>
                  <a:pt x="14912" y="5110"/>
                </a:lnTo>
                <a:lnTo>
                  <a:pt x="19971" y="5110"/>
                </a:lnTo>
                <a:lnTo>
                  <a:pt x="19971" y="640"/>
                </a:lnTo>
                <a:cubicBezTo>
                  <a:pt x="19971" y="291"/>
                  <a:pt x="19693" y="0"/>
                  <a:pt x="19344" y="0"/>
                </a:cubicBezTo>
                <a:lnTo>
                  <a:pt x="14912" y="0"/>
                </a:lnTo>
                <a:close/>
                <a:moveTo>
                  <a:pt x="11120" y="1307"/>
                </a:moveTo>
                <a:cubicBezTo>
                  <a:pt x="10887" y="1307"/>
                  <a:pt x="10670" y="1435"/>
                  <a:pt x="10560" y="1641"/>
                </a:cubicBezTo>
                <a:cubicBezTo>
                  <a:pt x="10450" y="1847"/>
                  <a:pt x="10457" y="2101"/>
                  <a:pt x="10586" y="2295"/>
                </a:cubicBezTo>
                <a:lnTo>
                  <a:pt x="11614" y="3842"/>
                </a:lnTo>
                <a:lnTo>
                  <a:pt x="10586" y="5390"/>
                </a:lnTo>
                <a:cubicBezTo>
                  <a:pt x="10457" y="5584"/>
                  <a:pt x="10450" y="5838"/>
                  <a:pt x="10560" y="6044"/>
                </a:cubicBezTo>
                <a:cubicBezTo>
                  <a:pt x="10670" y="6249"/>
                  <a:pt x="10887" y="6377"/>
                  <a:pt x="11120" y="6377"/>
                </a:cubicBezTo>
                <a:lnTo>
                  <a:pt x="13644" y="6377"/>
                </a:lnTo>
                <a:lnTo>
                  <a:pt x="13644" y="1307"/>
                </a:lnTo>
                <a:lnTo>
                  <a:pt x="11120" y="1307"/>
                </a:lnTo>
                <a:close/>
                <a:moveTo>
                  <a:pt x="18716" y="6377"/>
                </a:moveTo>
                <a:lnTo>
                  <a:pt x="18716" y="8899"/>
                </a:lnTo>
                <a:lnTo>
                  <a:pt x="17755" y="8899"/>
                </a:lnTo>
                <a:cubicBezTo>
                  <a:pt x="17406" y="8899"/>
                  <a:pt x="17128" y="9190"/>
                  <a:pt x="17128" y="9539"/>
                </a:cubicBezTo>
                <a:lnTo>
                  <a:pt x="17128" y="21600"/>
                </a:lnTo>
                <a:lnTo>
                  <a:pt x="20973" y="21600"/>
                </a:lnTo>
                <a:cubicBezTo>
                  <a:pt x="21322" y="21600"/>
                  <a:pt x="21600" y="21309"/>
                  <a:pt x="21600" y="20960"/>
                </a:cubicBezTo>
                <a:lnTo>
                  <a:pt x="21600" y="9539"/>
                </a:lnTo>
                <a:cubicBezTo>
                  <a:pt x="21600" y="9190"/>
                  <a:pt x="21322" y="8899"/>
                  <a:pt x="20973" y="8899"/>
                </a:cubicBezTo>
                <a:lnTo>
                  <a:pt x="19971" y="8899"/>
                </a:lnTo>
                <a:lnTo>
                  <a:pt x="19971" y="6377"/>
                </a:lnTo>
                <a:lnTo>
                  <a:pt x="18716" y="6377"/>
                </a:lnTo>
                <a:close/>
                <a:moveTo>
                  <a:pt x="12068" y="12701"/>
                </a:moveTo>
                <a:cubicBezTo>
                  <a:pt x="11719" y="12701"/>
                  <a:pt x="11428" y="12979"/>
                  <a:pt x="11427" y="13328"/>
                </a:cubicBezTo>
                <a:lnTo>
                  <a:pt x="11427" y="21600"/>
                </a:lnTo>
                <a:lnTo>
                  <a:pt x="15860" y="21600"/>
                </a:lnTo>
                <a:lnTo>
                  <a:pt x="15860" y="13328"/>
                </a:lnTo>
                <a:cubicBezTo>
                  <a:pt x="15860" y="12979"/>
                  <a:pt x="15582" y="12701"/>
                  <a:pt x="15232" y="12701"/>
                </a:cubicBezTo>
                <a:lnTo>
                  <a:pt x="12068" y="12701"/>
                </a:lnTo>
                <a:close/>
                <a:moveTo>
                  <a:pt x="6368" y="15223"/>
                </a:moveTo>
                <a:cubicBezTo>
                  <a:pt x="6018" y="15223"/>
                  <a:pt x="5740" y="15514"/>
                  <a:pt x="5740" y="15863"/>
                </a:cubicBezTo>
                <a:lnTo>
                  <a:pt x="5740" y="21600"/>
                </a:lnTo>
                <a:lnTo>
                  <a:pt x="10173" y="21600"/>
                </a:lnTo>
                <a:lnTo>
                  <a:pt x="10173" y="15863"/>
                </a:lnTo>
                <a:cubicBezTo>
                  <a:pt x="10173" y="15514"/>
                  <a:pt x="9881" y="15223"/>
                  <a:pt x="9532" y="15223"/>
                </a:cubicBezTo>
                <a:lnTo>
                  <a:pt x="6368" y="15223"/>
                </a:lnTo>
                <a:close/>
                <a:moveTo>
                  <a:pt x="627" y="17758"/>
                </a:moveTo>
                <a:cubicBezTo>
                  <a:pt x="278" y="17758"/>
                  <a:pt x="0" y="18035"/>
                  <a:pt x="0" y="18385"/>
                </a:cubicBezTo>
                <a:lnTo>
                  <a:pt x="0" y="20960"/>
                </a:lnTo>
                <a:cubicBezTo>
                  <a:pt x="0" y="21309"/>
                  <a:pt x="278" y="21600"/>
                  <a:pt x="627" y="21600"/>
                </a:cubicBezTo>
                <a:lnTo>
                  <a:pt x="4472" y="21600"/>
                </a:lnTo>
                <a:lnTo>
                  <a:pt x="4472" y="18385"/>
                </a:lnTo>
                <a:cubicBezTo>
                  <a:pt x="4472" y="18035"/>
                  <a:pt x="4181" y="17758"/>
                  <a:pt x="3831" y="17758"/>
                </a:cubicBezTo>
                <a:lnTo>
                  <a:pt x="627" y="17758"/>
                </a:ln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17145" rIns="17145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12" name="Venn diagram">
            <a:extLst>
              <a:ext uri="{FF2B5EF4-FFF2-40B4-BE49-F238E27FC236}">
                <a16:creationId xmlns:a16="http://schemas.microsoft.com/office/drawing/2014/main" id="{EBC45D12-274D-C842-A49C-C394A8314B6F}"/>
              </a:ext>
            </a:extLst>
          </p:cNvPr>
          <p:cNvSpPr txBox="1"/>
          <p:nvPr/>
        </p:nvSpPr>
        <p:spPr>
          <a:xfrm>
            <a:off x="2938952" y="1456641"/>
            <a:ext cx="1243548" cy="223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>
            <a:spAutoFit/>
          </a:bodyPr>
          <a:lstStyle>
            <a:lvl1pPr>
              <a:defRPr>
                <a:solidFill>
                  <a:srgbClr val="F7F5F6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SemiBold"/>
              </a:rPr>
              <a:t>Text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Barlow SemiBold"/>
            </a:endParaRPr>
          </a:p>
        </p:txBody>
      </p:sp>
      <p:sp>
        <p:nvSpPr>
          <p:cNvPr id="13" name="Venn diagram">
            <a:extLst>
              <a:ext uri="{FF2B5EF4-FFF2-40B4-BE49-F238E27FC236}">
                <a16:creationId xmlns:a16="http://schemas.microsoft.com/office/drawing/2014/main" id="{25C9F009-D4F3-9F4C-9FF7-F1CC97E59861}"/>
              </a:ext>
            </a:extLst>
          </p:cNvPr>
          <p:cNvSpPr txBox="1"/>
          <p:nvPr/>
        </p:nvSpPr>
        <p:spPr>
          <a:xfrm>
            <a:off x="4935787" y="1451879"/>
            <a:ext cx="1243548" cy="223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>
            <a:spAutoFit/>
          </a:bodyPr>
          <a:lstStyle>
            <a:lvl1pPr>
              <a:defRPr>
                <a:solidFill>
                  <a:srgbClr val="F7F5F6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SemiBold"/>
              </a:rPr>
              <a:t>Text</a:t>
            </a:r>
          </a:p>
        </p:txBody>
      </p:sp>
      <p:sp>
        <p:nvSpPr>
          <p:cNvPr id="14" name="Venn diagram">
            <a:extLst>
              <a:ext uri="{FF2B5EF4-FFF2-40B4-BE49-F238E27FC236}">
                <a16:creationId xmlns:a16="http://schemas.microsoft.com/office/drawing/2014/main" id="{1B0B34BE-1967-5B4C-A3FA-7B66D4F1CDF9}"/>
              </a:ext>
            </a:extLst>
          </p:cNvPr>
          <p:cNvSpPr txBox="1"/>
          <p:nvPr/>
        </p:nvSpPr>
        <p:spPr>
          <a:xfrm>
            <a:off x="6932623" y="1451879"/>
            <a:ext cx="1243548" cy="223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>
            <a:spAutoFit/>
          </a:bodyPr>
          <a:lstStyle>
            <a:lvl1pPr>
              <a:defRPr>
                <a:solidFill>
                  <a:srgbClr val="F7F5F6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SemiBold"/>
              </a:rPr>
              <a:t>Text</a:t>
            </a:r>
          </a:p>
        </p:txBody>
      </p:sp>
      <p:sp>
        <p:nvSpPr>
          <p:cNvPr id="15" name="Freeform 137">
            <a:extLst>
              <a:ext uri="{FF2B5EF4-FFF2-40B4-BE49-F238E27FC236}">
                <a16:creationId xmlns:a16="http://schemas.microsoft.com/office/drawing/2014/main" id="{2C77C2C0-CC67-3C45-9A84-BED8C809A1D1}"/>
              </a:ext>
            </a:extLst>
          </p:cNvPr>
          <p:cNvSpPr/>
          <p:nvPr/>
        </p:nvSpPr>
        <p:spPr>
          <a:xfrm>
            <a:off x="7449177" y="1209681"/>
            <a:ext cx="192312" cy="1924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77" y="0"/>
                </a:moveTo>
                <a:cubicBezTo>
                  <a:pt x="1180" y="0"/>
                  <a:pt x="0" y="1139"/>
                  <a:pt x="0" y="2535"/>
                </a:cubicBezTo>
                <a:lnTo>
                  <a:pt x="0" y="5390"/>
                </a:lnTo>
                <a:cubicBezTo>
                  <a:pt x="0" y="8639"/>
                  <a:pt x="2610" y="11280"/>
                  <a:pt x="5821" y="11447"/>
                </a:cubicBezTo>
                <a:cubicBezTo>
                  <a:pt x="6225" y="11921"/>
                  <a:pt x="6639" y="12331"/>
                  <a:pt x="7035" y="12715"/>
                </a:cubicBezTo>
                <a:cubicBezTo>
                  <a:pt x="8073" y="13720"/>
                  <a:pt x="8900" y="14517"/>
                  <a:pt x="8904" y="15903"/>
                </a:cubicBezTo>
                <a:cubicBezTo>
                  <a:pt x="8904" y="16906"/>
                  <a:pt x="8427" y="17381"/>
                  <a:pt x="7823" y="17984"/>
                </a:cubicBezTo>
                <a:cubicBezTo>
                  <a:pt x="7176" y="18631"/>
                  <a:pt x="6368" y="19433"/>
                  <a:pt x="6368" y="20960"/>
                </a:cubicBezTo>
                <a:cubicBezTo>
                  <a:pt x="6368" y="21309"/>
                  <a:pt x="6646" y="21600"/>
                  <a:pt x="6995" y="21600"/>
                </a:cubicBezTo>
                <a:lnTo>
                  <a:pt x="14591" y="21600"/>
                </a:lnTo>
                <a:cubicBezTo>
                  <a:pt x="14941" y="21600"/>
                  <a:pt x="15232" y="21309"/>
                  <a:pt x="15232" y="20960"/>
                </a:cubicBezTo>
                <a:cubicBezTo>
                  <a:pt x="15232" y="19433"/>
                  <a:pt x="14423" y="18631"/>
                  <a:pt x="13777" y="17984"/>
                </a:cubicBezTo>
                <a:cubicBezTo>
                  <a:pt x="13173" y="17381"/>
                  <a:pt x="12696" y="16903"/>
                  <a:pt x="12696" y="15903"/>
                </a:cubicBezTo>
                <a:cubicBezTo>
                  <a:pt x="12703" y="14508"/>
                  <a:pt x="13523" y="13709"/>
                  <a:pt x="14565" y="12701"/>
                </a:cubicBezTo>
                <a:cubicBezTo>
                  <a:pt x="14965" y="12314"/>
                  <a:pt x="15379" y="11913"/>
                  <a:pt x="15779" y="11447"/>
                </a:cubicBezTo>
                <a:cubicBezTo>
                  <a:pt x="18990" y="11280"/>
                  <a:pt x="21600" y="8640"/>
                  <a:pt x="21600" y="5390"/>
                </a:cubicBezTo>
                <a:lnTo>
                  <a:pt x="21600" y="2535"/>
                </a:lnTo>
                <a:cubicBezTo>
                  <a:pt x="21600" y="1139"/>
                  <a:pt x="20420" y="0"/>
                  <a:pt x="19023" y="0"/>
                </a:cubicBezTo>
                <a:cubicBezTo>
                  <a:pt x="17627" y="0"/>
                  <a:pt x="16500" y="1139"/>
                  <a:pt x="16500" y="2535"/>
                </a:cubicBezTo>
                <a:lnTo>
                  <a:pt x="5100" y="2535"/>
                </a:lnTo>
                <a:cubicBezTo>
                  <a:pt x="5100" y="1139"/>
                  <a:pt x="3973" y="0"/>
                  <a:pt x="2577" y="0"/>
                </a:cubicBezTo>
                <a:close/>
                <a:moveTo>
                  <a:pt x="2577" y="1267"/>
                </a:moveTo>
                <a:cubicBezTo>
                  <a:pt x="3274" y="1267"/>
                  <a:pt x="3831" y="1838"/>
                  <a:pt x="3831" y="2535"/>
                </a:cubicBezTo>
                <a:cubicBezTo>
                  <a:pt x="3831" y="2807"/>
                  <a:pt x="3831" y="5944"/>
                  <a:pt x="3831" y="5777"/>
                </a:cubicBezTo>
                <a:cubicBezTo>
                  <a:pt x="3831" y="7605"/>
                  <a:pt x="4243" y="8947"/>
                  <a:pt x="4819" y="10006"/>
                </a:cubicBezTo>
                <a:cubicBezTo>
                  <a:pt x="2796" y="9432"/>
                  <a:pt x="1268" y="7593"/>
                  <a:pt x="1268" y="5390"/>
                </a:cubicBezTo>
                <a:lnTo>
                  <a:pt x="1268" y="2535"/>
                </a:lnTo>
                <a:cubicBezTo>
                  <a:pt x="1268" y="1838"/>
                  <a:pt x="1879" y="1267"/>
                  <a:pt x="2577" y="1267"/>
                </a:cubicBezTo>
                <a:close/>
                <a:moveTo>
                  <a:pt x="19023" y="1267"/>
                </a:moveTo>
                <a:cubicBezTo>
                  <a:pt x="19721" y="1267"/>
                  <a:pt x="20332" y="1838"/>
                  <a:pt x="20332" y="2535"/>
                </a:cubicBezTo>
                <a:lnTo>
                  <a:pt x="20332" y="5390"/>
                </a:lnTo>
                <a:cubicBezTo>
                  <a:pt x="20332" y="7590"/>
                  <a:pt x="18799" y="9429"/>
                  <a:pt x="16781" y="10006"/>
                </a:cubicBezTo>
                <a:cubicBezTo>
                  <a:pt x="17308" y="9031"/>
                  <a:pt x="17755" y="7681"/>
                  <a:pt x="17755" y="5777"/>
                </a:cubicBezTo>
                <a:cubicBezTo>
                  <a:pt x="17755" y="5583"/>
                  <a:pt x="17755" y="2351"/>
                  <a:pt x="17755" y="2535"/>
                </a:cubicBezTo>
                <a:cubicBezTo>
                  <a:pt x="17755" y="1838"/>
                  <a:pt x="18326" y="1267"/>
                  <a:pt x="19023" y="1267"/>
                </a:cubicBezTo>
                <a:close/>
                <a:moveTo>
                  <a:pt x="10800" y="5177"/>
                </a:moveTo>
                <a:cubicBezTo>
                  <a:pt x="11029" y="5177"/>
                  <a:pt x="11253" y="5282"/>
                  <a:pt x="11361" y="5497"/>
                </a:cubicBezTo>
                <a:lnTo>
                  <a:pt x="11961" y="6697"/>
                </a:lnTo>
                <a:lnTo>
                  <a:pt x="13296" y="6898"/>
                </a:lnTo>
                <a:cubicBezTo>
                  <a:pt x="13534" y="6933"/>
                  <a:pt x="13729" y="7110"/>
                  <a:pt x="13804" y="7338"/>
                </a:cubicBezTo>
                <a:cubicBezTo>
                  <a:pt x="13878" y="7565"/>
                  <a:pt x="13828" y="7810"/>
                  <a:pt x="13657" y="7978"/>
                </a:cubicBezTo>
                <a:lnTo>
                  <a:pt x="12696" y="8926"/>
                </a:lnTo>
                <a:lnTo>
                  <a:pt x="12909" y="10260"/>
                </a:lnTo>
                <a:cubicBezTo>
                  <a:pt x="12949" y="10496"/>
                  <a:pt x="12850" y="10733"/>
                  <a:pt x="12656" y="10873"/>
                </a:cubicBezTo>
                <a:cubicBezTo>
                  <a:pt x="12466" y="11012"/>
                  <a:pt x="12219" y="11026"/>
                  <a:pt x="12001" y="10913"/>
                </a:cubicBezTo>
                <a:lnTo>
                  <a:pt x="10800" y="10300"/>
                </a:lnTo>
                <a:lnTo>
                  <a:pt x="9599" y="10927"/>
                </a:lnTo>
                <a:cubicBezTo>
                  <a:pt x="9384" y="11037"/>
                  <a:pt x="9138" y="11014"/>
                  <a:pt x="8944" y="10873"/>
                </a:cubicBezTo>
                <a:cubicBezTo>
                  <a:pt x="8750" y="10733"/>
                  <a:pt x="8651" y="10496"/>
                  <a:pt x="8691" y="10260"/>
                </a:cubicBezTo>
                <a:lnTo>
                  <a:pt x="8904" y="8926"/>
                </a:lnTo>
                <a:lnTo>
                  <a:pt x="7943" y="7978"/>
                </a:lnTo>
                <a:cubicBezTo>
                  <a:pt x="7773" y="7810"/>
                  <a:pt x="7709" y="7565"/>
                  <a:pt x="7783" y="7338"/>
                </a:cubicBezTo>
                <a:cubicBezTo>
                  <a:pt x="7857" y="7110"/>
                  <a:pt x="8053" y="6933"/>
                  <a:pt x="8290" y="6898"/>
                </a:cubicBezTo>
                <a:lnTo>
                  <a:pt x="9625" y="6697"/>
                </a:lnTo>
                <a:lnTo>
                  <a:pt x="10226" y="5497"/>
                </a:lnTo>
                <a:cubicBezTo>
                  <a:pt x="10334" y="5282"/>
                  <a:pt x="10571" y="5177"/>
                  <a:pt x="10800" y="5177"/>
                </a:cubicBezTo>
                <a:close/>
                <a:moveTo>
                  <a:pt x="10800" y="7191"/>
                </a:moveTo>
                <a:lnTo>
                  <a:pt x="10613" y="7565"/>
                </a:lnTo>
                <a:cubicBezTo>
                  <a:pt x="10521" y="7749"/>
                  <a:pt x="10350" y="7881"/>
                  <a:pt x="10146" y="7912"/>
                </a:cubicBezTo>
                <a:lnTo>
                  <a:pt x="9732" y="7965"/>
                </a:lnTo>
                <a:lnTo>
                  <a:pt x="10026" y="8258"/>
                </a:lnTo>
                <a:cubicBezTo>
                  <a:pt x="10172" y="8403"/>
                  <a:pt x="10247" y="8602"/>
                  <a:pt x="10213" y="8805"/>
                </a:cubicBezTo>
                <a:lnTo>
                  <a:pt x="10146" y="9219"/>
                </a:lnTo>
                <a:lnTo>
                  <a:pt x="10506" y="9019"/>
                </a:lnTo>
                <a:cubicBezTo>
                  <a:pt x="10686" y="8926"/>
                  <a:pt x="10909" y="8923"/>
                  <a:pt x="11094" y="9019"/>
                </a:cubicBezTo>
                <a:lnTo>
                  <a:pt x="11454" y="9219"/>
                </a:lnTo>
                <a:lnTo>
                  <a:pt x="11387" y="8805"/>
                </a:lnTo>
                <a:cubicBezTo>
                  <a:pt x="11353" y="8602"/>
                  <a:pt x="11414" y="8403"/>
                  <a:pt x="11561" y="8258"/>
                </a:cubicBezTo>
                <a:lnTo>
                  <a:pt x="11855" y="7965"/>
                </a:lnTo>
                <a:lnTo>
                  <a:pt x="11454" y="7912"/>
                </a:lnTo>
                <a:cubicBezTo>
                  <a:pt x="11250" y="7881"/>
                  <a:pt x="11079" y="7749"/>
                  <a:pt x="10987" y="7565"/>
                </a:cubicBezTo>
                <a:lnTo>
                  <a:pt x="10800" y="7191"/>
                </a:ln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17145" rIns="17145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16" name="Freeform 392">
            <a:extLst>
              <a:ext uri="{FF2B5EF4-FFF2-40B4-BE49-F238E27FC236}">
                <a16:creationId xmlns:a16="http://schemas.microsoft.com/office/drawing/2014/main" id="{79333AF1-DB87-5146-ADAC-A4C17DEACA49}"/>
              </a:ext>
            </a:extLst>
          </p:cNvPr>
          <p:cNvSpPr/>
          <p:nvPr/>
        </p:nvSpPr>
        <p:spPr>
          <a:xfrm>
            <a:off x="5436718" y="1180268"/>
            <a:ext cx="251213" cy="2512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550" extrusionOk="0">
                <a:moveTo>
                  <a:pt x="20834" y="6"/>
                </a:moveTo>
                <a:lnTo>
                  <a:pt x="16413" y="632"/>
                </a:lnTo>
                <a:cubicBezTo>
                  <a:pt x="16176" y="666"/>
                  <a:pt x="15982" y="832"/>
                  <a:pt x="15907" y="1059"/>
                </a:cubicBezTo>
                <a:cubicBezTo>
                  <a:pt x="15831" y="1285"/>
                  <a:pt x="15884" y="1542"/>
                  <a:pt x="16053" y="1711"/>
                </a:cubicBezTo>
                <a:lnTo>
                  <a:pt x="17505" y="3149"/>
                </a:lnTo>
                <a:lnTo>
                  <a:pt x="16067" y="4588"/>
                </a:lnTo>
                <a:cubicBezTo>
                  <a:pt x="14510" y="3292"/>
                  <a:pt x="12547" y="2603"/>
                  <a:pt x="10740" y="2603"/>
                </a:cubicBezTo>
                <a:cubicBezTo>
                  <a:pt x="6214" y="2603"/>
                  <a:pt x="2523" y="6294"/>
                  <a:pt x="2523" y="10820"/>
                </a:cubicBezTo>
                <a:cubicBezTo>
                  <a:pt x="2523" y="11427"/>
                  <a:pt x="2611" y="12078"/>
                  <a:pt x="2789" y="12751"/>
                </a:cubicBezTo>
                <a:cubicBezTo>
                  <a:pt x="3047" y="12700"/>
                  <a:pt x="3295" y="12676"/>
                  <a:pt x="3668" y="12778"/>
                </a:cubicBezTo>
                <a:lnTo>
                  <a:pt x="5719" y="13364"/>
                </a:lnTo>
                <a:cubicBezTo>
                  <a:pt x="5255" y="12427"/>
                  <a:pt x="5053" y="11480"/>
                  <a:pt x="5053" y="10820"/>
                </a:cubicBezTo>
                <a:cubicBezTo>
                  <a:pt x="5053" y="7687"/>
                  <a:pt x="7606" y="5134"/>
                  <a:pt x="10740" y="5134"/>
                </a:cubicBezTo>
                <a:cubicBezTo>
                  <a:pt x="13031" y="5134"/>
                  <a:pt x="16413" y="6944"/>
                  <a:pt x="16413" y="10820"/>
                </a:cubicBezTo>
                <a:cubicBezTo>
                  <a:pt x="16413" y="13953"/>
                  <a:pt x="13873" y="16493"/>
                  <a:pt x="10740" y="16493"/>
                </a:cubicBezTo>
                <a:cubicBezTo>
                  <a:pt x="9755" y="16493"/>
                  <a:pt x="8922" y="16277"/>
                  <a:pt x="8223" y="15934"/>
                </a:cubicBezTo>
                <a:lnTo>
                  <a:pt x="8769" y="17878"/>
                </a:lnTo>
                <a:cubicBezTo>
                  <a:pt x="8856" y="18190"/>
                  <a:pt x="8837" y="18510"/>
                  <a:pt x="8769" y="18810"/>
                </a:cubicBezTo>
                <a:cubicBezTo>
                  <a:pt x="9376" y="18951"/>
                  <a:pt x="10039" y="19023"/>
                  <a:pt x="10740" y="19023"/>
                </a:cubicBezTo>
                <a:cubicBezTo>
                  <a:pt x="15265" y="19023"/>
                  <a:pt x="18943" y="15346"/>
                  <a:pt x="18943" y="10820"/>
                </a:cubicBezTo>
                <a:cubicBezTo>
                  <a:pt x="18943" y="8618"/>
                  <a:pt x="18158" y="6826"/>
                  <a:pt x="16972" y="5480"/>
                </a:cubicBezTo>
                <a:lnTo>
                  <a:pt x="18397" y="4042"/>
                </a:lnTo>
                <a:lnTo>
                  <a:pt x="19849" y="5493"/>
                </a:lnTo>
                <a:cubicBezTo>
                  <a:pt x="20020" y="5664"/>
                  <a:pt x="20265" y="5729"/>
                  <a:pt x="20488" y="5653"/>
                </a:cubicBezTo>
                <a:cubicBezTo>
                  <a:pt x="20715" y="5578"/>
                  <a:pt x="20880" y="5370"/>
                  <a:pt x="20914" y="5134"/>
                </a:cubicBezTo>
                <a:lnTo>
                  <a:pt x="21540" y="712"/>
                </a:lnTo>
                <a:cubicBezTo>
                  <a:pt x="21568" y="516"/>
                  <a:pt x="21508" y="320"/>
                  <a:pt x="21367" y="180"/>
                </a:cubicBezTo>
                <a:cubicBezTo>
                  <a:pt x="21226" y="40"/>
                  <a:pt x="21037" y="-20"/>
                  <a:pt x="20834" y="6"/>
                </a:cubicBezTo>
                <a:close/>
                <a:moveTo>
                  <a:pt x="10740" y="6399"/>
                </a:moveTo>
                <a:cubicBezTo>
                  <a:pt x="8303" y="6399"/>
                  <a:pt x="6318" y="8383"/>
                  <a:pt x="6318" y="10820"/>
                </a:cubicBezTo>
                <a:cubicBezTo>
                  <a:pt x="6318" y="11098"/>
                  <a:pt x="6401" y="11643"/>
                  <a:pt x="6624" y="12258"/>
                </a:cubicBezTo>
                <a:lnTo>
                  <a:pt x="7637" y="11233"/>
                </a:lnTo>
                <a:cubicBezTo>
                  <a:pt x="7587" y="10989"/>
                  <a:pt x="7583" y="10827"/>
                  <a:pt x="7583" y="10820"/>
                </a:cubicBezTo>
                <a:cubicBezTo>
                  <a:pt x="7583" y="9079"/>
                  <a:pt x="8999" y="7664"/>
                  <a:pt x="10740" y="7664"/>
                </a:cubicBezTo>
                <a:cubicBezTo>
                  <a:pt x="11366" y="7664"/>
                  <a:pt x="13896" y="8225"/>
                  <a:pt x="13896" y="10820"/>
                </a:cubicBezTo>
                <a:cubicBezTo>
                  <a:pt x="13896" y="12561"/>
                  <a:pt x="12480" y="13976"/>
                  <a:pt x="10740" y="13976"/>
                </a:cubicBezTo>
                <a:cubicBezTo>
                  <a:pt x="10581" y="13976"/>
                  <a:pt x="10430" y="13954"/>
                  <a:pt x="10287" y="13936"/>
                </a:cubicBezTo>
                <a:lnTo>
                  <a:pt x="9235" y="14988"/>
                </a:lnTo>
                <a:cubicBezTo>
                  <a:pt x="9672" y="15138"/>
                  <a:pt x="10171" y="15228"/>
                  <a:pt x="10740" y="15228"/>
                </a:cubicBezTo>
                <a:cubicBezTo>
                  <a:pt x="13176" y="15228"/>
                  <a:pt x="15148" y="13257"/>
                  <a:pt x="15148" y="10820"/>
                </a:cubicBezTo>
                <a:cubicBezTo>
                  <a:pt x="15148" y="7513"/>
                  <a:pt x="12124" y="6399"/>
                  <a:pt x="10740" y="6399"/>
                </a:cubicBezTo>
                <a:close/>
                <a:moveTo>
                  <a:pt x="10740" y="8916"/>
                </a:moveTo>
                <a:cubicBezTo>
                  <a:pt x="9695" y="8916"/>
                  <a:pt x="8835" y="9776"/>
                  <a:pt x="8835" y="10820"/>
                </a:cubicBezTo>
                <a:cubicBezTo>
                  <a:pt x="8835" y="11112"/>
                  <a:pt x="8917" y="11386"/>
                  <a:pt x="9035" y="11632"/>
                </a:cubicBezTo>
                <a:lnTo>
                  <a:pt x="5919" y="14735"/>
                </a:lnTo>
                <a:lnTo>
                  <a:pt x="3335" y="13990"/>
                </a:lnTo>
                <a:cubicBezTo>
                  <a:pt x="3070" y="13917"/>
                  <a:pt x="2781" y="14028"/>
                  <a:pt x="2629" y="14256"/>
                </a:cubicBezTo>
                <a:lnTo>
                  <a:pt x="112" y="18038"/>
                </a:lnTo>
                <a:cubicBezTo>
                  <a:pt x="2" y="18202"/>
                  <a:pt x="-32" y="18410"/>
                  <a:pt x="32" y="18597"/>
                </a:cubicBezTo>
                <a:cubicBezTo>
                  <a:pt x="97" y="18784"/>
                  <a:pt x="244" y="18935"/>
                  <a:pt x="432" y="18997"/>
                </a:cubicBezTo>
                <a:lnTo>
                  <a:pt x="2043" y="19516"/>
                </a:lnTo>
                <a:lnTo>
                  <a:pt x="2562" y="21114"/>
                </a:lnTo>
                <a:cubicBezTo>
                  <a:pt x="2624" y="21302"/>
                  <a:pt x="2762" y="21448"/>
                  <a:pt x="2949" y="21514"/>
                </a:cubicBezTo>
                <a:cubicBezTo>
                  <a:pt x="3140" y="21580"/>
                  <a:pt x="3347" y="21555"/>
                  <a:pt x="3508" y="21447"/>
                </a:cubicBezTo>
                <a:lnTo>
                  <a:pt x="7290" y="18917"/>
                </a:lnTo>
                <a:cubicBezTo>
                  <a:pt x="7518" y="18765"/>
                  <a:pt x="7631" y="18488"/>
                  <a:pt x="7557" y="18224"/>
                </a:cubicBezTo>
                <a:lnTo>
                  <a:pt x="6824" y="15614"/>
                </a:lnTo>
                <a:lnTo>
                  <a:pt x="9927" y="12525"/>
                </a:lnTo>
                <a:cubicBezTo>
                  <a:pt x="10174" y="12643"/>
                  <a:pt x="10448" y="12711"/>
                  <a:pt x="10740" y="12711"/>
                </a:cubicBezTo>
                <a:cubicBezTo>
                  <a:pt x="11784" y="12711"/>
                  <a:pt x="12631" y="11865"/>
                  <a:pt x="12631" y="10820"/>
                </a:cubicBezTo>
                <a:cubicBezTo>
                  <a:pt x="12631" y="9776"/>
                  <a:pt x="11784" y="8916"/>
                  <a:pt x="10740" y="8916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17145" rIns="17145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17" name="Rectangle">
            <a:extLst>
              <a:ext uri="{FF2B5EF4-FFF2-40B4-BE49-F238E27FC236}">
                <a16:creationId xmlns:a16="http://schemas.microsoft.com/office/drawing/2014/main" id="{37CA62AB-3DFC-8A46-8085-BAFC009183F7}"/>
              </a:ext>
            </a:extLst>
          </p:cNvPr>
          <p:cNvSpPr/>
          <p:nvPr/>
        </p:nvSpPr>
        <p:spPr>
          <a:xfrm>
            <a:off x="2569821" y="4004135"/>
            <a:ext cx="1994031" cy="407034"/>
          </a:xfrm>
          <a:prstGeom prst="rect">
            <a:avLst/>
          </a:prstGeom>
          <a:solidFill>
            <a:srgbClr val="1C3541"/>
          </a:solidFill>
          <a:ln w="12700">
            <a:noFill/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B16F2114-2319-DD45-A7C4-C77EAF7B681A}"/>
              </a:ext>
            </a:extLst>
          </p:cNvPr>
          <p:cNvSpPr txBox="1"/>
          <p:nvPr/>
        </p:nvSpPr>
        <p:spPr>
          <a:xfrm>
            <a:off x="2952492" y="4079064"/>
            <a:ext cx="1201506" cy="229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>
            <a:spAutoFit/>
          </a:bodyPr>
          <a:lstStyle>
            <a:lvl1pPr>
              <a:lnSpc>
                <a:spcPct val="150000"/>
              </a:lnSpc>
              <a:defRPr sz="2500">
                <a:solidFill>
                  <a:srgbClr val="F7F5F6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3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Text</a:t>
            </a:r>
            <a:endParaRPr kumimoji="0" sz="93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Barlow Medium"/>
            </a:endParaRPr>
          </a:p>
        </p:txBody>
      </p:sp>
      <p:sp>
        <p:nvSpPr>
          <p:cNvPr id="19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FD784617-ABA2-DC46-A6D6-645EE97D3B75}"/>
              </a:ext>
            </a:extLst>
          </p:cNvPr>
          <p:cNvSpPr txBox="1"/>
          <p:nvPr/>
        </p:nvSpPr>
        <p:spPr>
          <a:xfrm>
            <a:off x="4942011" y="4079064"/>
            <a:ext cx="1201505" cy="229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>
            <a:spAutoFit/>
          </a:bodyPr>
          <a:lstStyle>
            <a:lvl1pPr>
              <a:lnSpc>
                <a:spcPct val="150000"/>
              </a:lnSpc>
              <a:defRPr sz="2500">
                <a:solidFill>
                  <a:srgbClr val="F7F5F6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3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Text</a:t>
            </a:r>
            <a:endParaRPr kumimoji="0" sz="93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Barlow Medium"/>
            </a:endParaRPr>
          </a:p>
        </p:txBody>
      </p:sp>
      <p:sp>
        <p:nvSpPr>
          <p:cNvPr id="20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7A5B4894-8AF0-4C41-B43B-5EA949CD1AF7}"/>
              </a:ext>
            </a:extLst>
          </p:cNvPr>
          <p:cNvSpPr txBox="1"/>
          <p:nvPr/>
        </p:nvSpPr>
        <p:spPr>
          <a:xfrm>
            <a:off x="6931530" y="4079064"/>
            <a:ext cx="1201505" cy="229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>
            <a:spAutoFit/>
          </a:bodyPr>
          <a:lstStyle>
            <a:lvl1pPr>
              <a:lnSpc>
                <a:spcPct val="150000"/>
              </a:lnSpc>
              <a:defRPr sz="2500">
                <a:solidFill>
                  <a:srgbClr val="F7F5F6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3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Text</a:t>
            </a:r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D516A229-235B-C849-9AA6-130E2C1A48C7}"/>
              </a:ext>
            </a:extLst>
          </p:cNvPr>
          <p:cNvSpPr/>
          <p:nvPr/>
        </p:nvSpPr>
        <p:spPr>
          <a:xfrm>
            <a:off x="627419" y="1825955"/>
            <a:ext cx="7889162" cy="43641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B3D7000E-E5CC-5747-AB8B-8A67E605DBFD}"/>
              </a:ext>
            </a:extLst>
          </p:cNvPr>
          <p:cNvSpPr/>
          <p:nvPr/>
        </p:nvSpPr>
        <p:spPr>
          <a:xfrm>
            <a:off x="627419" y="2696471"/>
            <a:ext cx="7889162" cy="43641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">
            <a:extLst>
              <a:ext uri="{FF2B5EF4-FFF2-40B4-BE49-F238E27FC236}">
                <a16:creationId xmlns:a16="http://schemas.microsoft.com/office/drawing/2014/main" id="{E3ABA271-8180-C047-9ED7-0E6CC0EE14EA}"/>
              </a:ext>
            </a:extLst>
          </p:cNvPr>
          <p:cNvSpPr/>
          <p:nvPr/>
        </p:nvSpPr>
        <p:spPr>
          <a:xfrm>
            <a:off x="627419" y="3566988"/>
            <a:ext cx="7889162" cy="43641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44AF838A-66D5-0F4E-900E-40239D70838C}"/>
              </a:ext>
            </a:extLst>
          </p:cNvPr>
          <p:cNvSpPr txBox="1"/>
          <p:nvPr/>
        </p:nvSpPr>
        <p:spPr>
          <a:xfrm>
            <a:off x="820336" y="1945879"/>
            <a:ext cx="1551115" cy="182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>
            <a:spAutoFit/>
          </a:bodyPr>
          <a:lstStyle>
            <a:lvl1pPr algn="l">
              <a:defRPr sz="2500">
                <a:solidFill>
                  <a:srgbClr val="A7A7A7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srgbClr val="1C35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Lorem ipsum dolor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srgbClr val="1C35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amet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srgbClr val="1C35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</a:p>
        </p:txBody>
      </p:sp>
      <p:sp>
        <p:nvSpPr>
          <p:cNvPr id="25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EE41343A-26D1-A341-B516-04B58F96F525}"/>
              </a:ext>
            </a:extLst>
          </p:cNvPr>
          <p:cNvSpPr txBox="1"/>
          <p:nvPr/>
        </p:nvSpPr>
        <p:spPr>
          <a:xfrm>
            <a:off x="820336" y="2379417"/>
            <a:ext cx="1551115" cy="182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>
            <a:spAutoFit/>
          </a:bodyPr>
          <a:lstStyle>
            <a:lvl1pPr algn="l">
              <a:defRPr sz="2500">
                <a:solidFill>
                  <a:srgbClr val="A7A7A7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srgbClr val="1C35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Sed do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srgbClr val="1C35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eiusmod</a:t>
            </a: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srgbClr val="1C35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srgbClr val="1C35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tempor</a:t>
            </a:r>
            <a:endParaRPr kumimoji="0" sz="938" b="0" i="0" u="none" strike="noStrike" kern="1200" cap="none" spc="0" normalizeH="0" baseline="0" noProof="0" dirty="0">
              <a:ln>
                <a:noFill/>
              </a:ln>
              <a:solidFill>
                <a:srgbClr val="1C35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Barlow Medium"/>
            </a:endParaRPr>
          </a:p>
        </p:txBody>
      </p:sp>
      <p:sp>
        <p:nvSpPr>
          <p:cNvPr id="26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9F15D975-1BF4-4841-A07E-95EA190F762B}"/>
              </a:ext>
            </a:extLst>
          </p:cNvPr>
          <p:cNvSpPr txBox="1"/>
          <p:nvPr/>
        </p:nvSpPr>
        <p:spPr>
          <a:xfrm>
            <a:off x="820336" y="2812954"/>
            <a:ext cx="1551115" cy="182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>
            <a:spAutoFit/>
          </a:bodyPr>
          <a:lstStyle>
            <a:lvl1pPr algn="l">
              <a:defRPr sz="2500">
                <a:solidFill>
                  <a:srgbClr val="A7A7A7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38" b="0" i="0" u="none" strike="noStrike" kern="1200" cap="none" spc="0" normalizeH="0" baseline="0" noProof="0">
                <a:ln>
                  <a:noFill/>
                </a:ln>
                <a:solidFill>
                  <a:srgbClr val="1C35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Consectetur adipiscing</a:t>
            </a:r>
          </a:p>
        </p:txBody>
      </p:sp>
      <p:sp>
        <p:nvSpPr>
          <p:cNvPr id="27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6F493BFB-D4B9-294E-A0F0-AAED341B425C}"/>
              </a:ext>
            </a:extLst>
          </p:cNvPr>
          <p:cNvSpPr txBox="1"/>
          <p:nvPr/>
        </p:nvSpPr>
        <p:spPr>
          <a:xfrm>
            <a:off x="820336" y="3246491"/>
            <a:ext cx="1551115" cy="182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>
            <a:spAutoFit/>
          </a:bodyPr>
          <a:lstStyle>
            <a:lvl1pPr algn="l">
              <a:defRPr sz="2500">
                <a:solidFill>
                  <a:srgbClr val="A7A7A7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38" b="0" i="0" u="none" strike="noStrike" kern="1200" cap="none" spc="0" normalizeH="0" baseline="0" noProof="0">
                <a:ln>
                  <a:noFill/>
                </a:ln>
                <a:solidFill>
                  <a:srgbClr val="1C35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Ut labore et dolore magna </a:t>
            </a:r>
          </a:p>
        </p:txBody>
      </p:sp>
      <p:sp>
        <p:nvSpPr>
          <p:cNvPr id="28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30ABF85D-74A0-C64C-AD35-656209595A3C}"/>
              </a:ext>
            </a:extLst>
          </p:cNvPr>
          <p:cNvSpPr txBox="1"/>
          <p:nvPr/>
        </p:nvSpPr>
        <p:spPr>
          <a:xfrm>
            <a:off x="820336" y="3680029"/>
            <a:ext cx="1551115" cy="182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>
            <a:spAutoFit/>
          </a:bodyPr>
          <a:lstStyle>
            <a:lvl1pPr algn="l">
              <a:defRPr sz="2500">
                <a:solidFill>
                  <a:srgbClr val="A7A7A7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38" b="0" i="0" u="none" strike="noStrike" kern="1200" cap="none" spc="0" normalizeH="0" baseline="0" noProof="0">
                <a:ln>
                  <a:noFill/>
                </a:ln>
                <a:solidFill>
                  <a:srgbClr val="1C35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Nunc eget lorem viverra</a:t>
            </a:r>
          </a:p>
        </p:txBody>
      </p:sp>
      <p:sp>
        <p:nvSpPr>
          <p:cNvPr id="29" name="Lorem Ipsum is simply dummy text of the printing and typesetting industry. Lorem Ipsum has been the industry's standard dummy text ever since the 1500s, when an unknown printer took a galley of type and scrambled it to make a type specimen book. It has s">
            <a:extLst>
              <a:ext uri="{FF2B5EF4-FFF2-40B4-BE49-F238E27FC236}">
                <a16:creationId xmlns:a16="http://schemas.microsoft.com/office/drawing/2014/main" id="{4E727E7B-2885-DC44-A476-92A4EC191405}"/>
              </a:ext>
            </a:extLst>
          </p:cNvPr>
          <p:cNvSpPr txBox="1"/>
          <p:nvPr/>
        </p:nvSpPr>
        <p:spPr>
          <a:xfrm>
            <a:off x="820336" y="4113566"/>
            <a:ext cx="1551115" cy="182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" tIns="19050" rIns="19050" bIns="19050">
            <a:spAutoFit/>
          </a:bodyPr>
          <a:lstStyle>
            <a:lvl1pPr algn="l">
              <a:defRPr sz="2500">
                <a:solidFill>
                  <a:srgbClr val="A7A7A7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38" b="0" i="0" u="none" strike="noStrike" kern="1200" cap="none" spc="0" normalizeH="0" baseline="0" noProof="0" dirty="0">
                <a:ln>
                  <a:noFill/>
                </a:ln>
                <a:solidFill>
                  <a:srgbClr val="1C35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Fermentum </a:t>
            </a:r>
            <a:r>
              <a:rPr kumimoji="0" sz="938" b="0" i="0" u="none" strike="noStrike" kern="1200" cap="none" spc="0" normalizeH="0" baseline="0" noProof="0" dirty="0" err="1">
                <a:ln>
                  <a:noFill/>
                </a:ln>
                <a:solidFill>
                  <a:srgbClr val="1C35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Barlow Medium"/>
              </a:rPr>
              <a:t>sollicitudin</a:t>
            </a:r>
            <a:endParaRPr kumimoji="0" sz="938" b="0" i="0" u="none" strike="noStrike" kern="1200" cap="none" spc="0" normalizeH="0" baseline="0" noProof="0" dirty="0">
              <a:ln>
                <a:noFill/>
              </a:ln>
              <a:solidFill>
                <a:srgbClr val="1C35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Barlow Medium"/>
            </a:endParaRPr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C95F7AC4-E371-5940-94AA-1EE045B8D0FB}"/>
              </a:ext>
            </a:extLst>
          </p:cNvPr>
          <p:cNvSpPr/>
          <p:nvPr/>
        </p:nvSpPr>
        <p:spPr>
          <a:xfrm>
            <a:off x="2564625" y="1016355"/>
            <a:ext cx="0" cy="3392261"/>
          </a:xfrm>
          <a:prstGeom prst="line">
            <a:avLst/>
          </a:prstGeom>
          <a:ln w="12700">
            <a:solidFill>
              <a:srgbClr val="1C3541"/>
            </a:solidFill>
          </a:ln>
        </p:spPr>
        <p:txBody>
          <a:bodyPr lIns="17144" tIns="17144" rIns="17144" bIns="17144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Line">
            <a:extLst>
              <a:ext uri="{FF2B5EF4-FFF2-40B4-BE49-F238E27FC236}">
                <a16:creationId xmlns:a16="http://schemas.microsoft.com/office/drawing/2014/main" id="{3E71C622-C313-7740-9782-BD143C3CB95E}"/>
              </a:ext>
            </a:extLst>
          </p:cNvPr>
          <p:cNvSpPr/>
          <p:nvPr/>
        </p:nvSpPr>
        <p:spPr>
          <a:xfrm>
            <a:off x="4561700" y="1014987"/>
            <a:ext cx="0" cy="3393629"/>
          </a:xfrm>
          <a:prstGeom prst="line">
            <a:avLst/>
          </a:prstGeom>
          <a:ln w="12700">
            <a:solidFill>
              <a:srgbClr val="1C3541"/>
            </a:solidFill>
          </a:ln>
        </p:spPr>
        <p:txBody>
          <a:bodyPr lIns="17144" tIns="17144" rIns="17144" bIns="17144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Line">
            <a:extLst>
              <a:ext uri="{FF2B5EF4-FFF2-40B4-BE49-F238E27FC236}">
                <a16:creationId xmlns:a16="http://schemas.microsoft.com/office/drawing/2014/main" id="{BF38D965-4DF7-1A4F-941A-71BBDD8C856A}"/>
              </a:ext>
            </a:extLst>
          </p:cNvPr>
          <p:cNvSpPr/>
          <p:nvPr/>
        </p:nvSpPr>
        <p:spPr>
          <a:xfrm flipH="1">
            <a:off x="6546163" y="1014987"/>
            <a:ext cx="4612" cy="3393629"/>
          </a:xfrm>
          <a:prstGeom prst="line">
            <a:avLst/>
          </a:prstGeom>
          <a:ln w="12700">
            <a:solidFill>
              <a:srgbClr val="1C3541"/>
            </a:solidFill>
          </a:ln>
        </p:spPr>
        <p:txBody>
          <a:bodyPr lIns="17144" tIns="17144" rIns="17144" bIns="17144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4CFEE476-850D-0E44-B2AA-94C7BAFAE52D}"/>
              </a:ext>
            </a:extLst>
          </p:cNvPr>
          <p:cNvSpPr/>
          <p:nvPr/>
        </p:nvSpPr>
        <p:spPr>
          <a:xfrm>
            <a:off x="3450119" y="1933549"/>
            <a:ext cx="215777" cy="2157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1964" y="0"/>
                </a:lnTo>
                <a:cubicBezTo>
                  <a:pt x="881" y="0"/>
                  <a:pt x="0" y="881"/>
                  <a:pt x="0" y="1964"/>
                </a:cubicBezTo>
                <a:lnTo>
                  <a:pt x="0" y="19636"/>
                </a:lnTo>
                <a:cubicBezTo>
                  <a:pt x="0" y="20719"/>
                  <a:pt x="881" y="21600"/>
                  <a:pt x="1964" y="21600"/>
                </a:cubicBezTo>
                <a:lnTo>
                  <a:pt x="19636" y="21600"/>
                </a:lnTo>
                <a:cubicBezTo>
                  <a:pt x="20719" y="21600"/>
                  <a:pt x="21600" y="20719"/>
                  <a:pt x="21600" y="19636"/>
                </a:cubicBezTo>
                <a:lnTo>
                  <a:pt x="21600" y="1964"/>
                </a:lnTo>
                <a:cubicBezTo>
                  <a:pt x="21600" y="881"/>
                  <a:pt x="20719" y="0"/>
                  <a:pt x="19636" y="0"/>
                </a:cubicBezTo>
                <a:close/>
                <a:moveTo>
                  <a:pt x="18020" y="6932"/>
                </a:moveTo>
                <a:lnTo>
                  <a:pt x="9530" y="15421"/>
                </a:lnTo>
                <a:cubicBezTo>
                  <a:pt x="9339" y="15613"/>
                  <a:pt x="9087" y="15709"/>
                  <a:pt x="8836" y="15709"/>
                </a:cubicBezTo>
                <a:cubicBezTo>
                  <a:pt x="8585" y="15709"/>
                  <a:pt x="8334" y="15613"/>
                  <a:pt x="8142" y="15421"/>
                </a:cubicBezTo>
                <a:lnTo>
                  <a:pt x="3580" y="10859"/>
                </a:lnTo>
                <a:cubicBezTo>
                  <a:pt x="3388" y="10668"/>
                  <a:pt x="3388" y="10357"/>
                  <a:pt x="3580" y="10165"/>
                </a:cubicBezTo>
                <a:lnTo>
                  <a:pt x="4274" y="9471"/>
                </a:lnTo>
                <a:cubicBezTo>
                  <a:pt x="4466" y="9279"/>
                  <a:pt x="4777" y="9279"/>
                  <a:pt x="4968" y="9471"/>
                </a:cubicBezTo>
                <a:lnTo>
                  <a:pt x="8836" y="13339"/>
                </a:lnTo>
                <a:lnTo>
                  <a:pt x="16631" y="5544"/>
                </a:lnTo>
                <a:cubicBezTo>
                  <a:pt x="16823" y="5352"/>
                  <a:pt x="17134" y="5352"/>
                  <a:pt x="17326" y="5544"/>
                </a:cubicBezTo>
                <a:lnTo>
                  <a:pt x="18020" y="6238"/>
                </a:lnTo>
                <a:cubicBezTo>
                  <a:pt x="18211" y="6430"/>
                  <a:pt x="18211" y="6740"/>
                  <a:pt x="18020" y="6932"/>
                </a:cubicBezTo>
                <a:close/>
              </a:path>
            </a:pathLst>
          </a:custGeom>
          <a:solidFill>
            <a:srgbClr val="1C3541"/>
          </a:solidFill>
          <a:ln w="12700">
            <a:noFill/>
            <a:miter lim="400000"/>
          </a:ln>
        </p:spPr>
        <p:txBody>
          <a:bodyPr lIns="17145" rIns="17145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67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34" name="Freeform 89">
            <a:extLst>
              <a:ext uri="{FF2B5EF4-FFF2-40B4-BE49-F238E27FC236}">
                <a16:creationId xmlns:a16="http://schemas.microsoft.com/office/drawing/2014/main" id="{C7FE7622-3014-8142-AFBE-ECF1A1E9F6B2}"/>
              </a:ext>
            </a:extLst>
          </p:cNvPr>
          <p:cNvSpPr/>
          <p:nvPr/>
        </p:nvSpPr>
        <p:spPr>
          <a:xfrm>
            <a:off x="3450119" y="2368205"/>
            <a:ext cx="215777" cy="2157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1964" y="0"/>
                </a:lnTo>
                <a:cubicBezTo>
                  <a:pt x="881" y="0"/>
                  <a:pt x="0" y="881"/>
                  <a:pt x="0" y="1964"/>
                </a:cubicBezTo>
                <a:lnTo>
                  <a:pt x="0" y="19636"/>
                </a:lnTo>
                <a:cubicBezTo>
                  <a:pt x="0" y="20719"/>
                  <a:pt x="881" y="21600"/>
                  <a:pt x="1964" y="21600"/>
                </a:cubicBezTo>
                <a:lnTo>
                  <a:pt x="19636" y="21600"/>
                </a:lnTo>
                <a:cubicBezTo>
                  <a:pt x="20719" y="21600"/>
                  <a:pt x="21600" y="20719"/>
                  <a:pt x="21600" y="19636"/>
                </a:cubicBezTo>
                <a:lnTo>
                  <a:pt x="21600" y="1964"/>
                </a:lnTo>
                <a:cubicBezTo>
                  <a:pt x="21600" y="881"/>
                  <a:pt x="20719" y="0"/>
                  <a:pt x="19636" y="0"/>
                </a:cubicBezTo>
                <a:close/>
                <a:moveTo>
                  <a:pt x="18020" y="6932"/>
                </a:moveTo>
                <a:lnTo>
                  <a:pt x="9530" y="15421"/>
                </a:lnTo>
                <a:cubicBezTo>
                  <a:pt x="9339" y="15613"/>
                  <a:pt x="9087" y="15709"/>
                  <a:pt x="8836" y="15709"/>
                </a:cubicBezTo>
                <a:cubicBezTo>
                  <a:pt x="8585" y="15709"/>
                  <a:pt x="8334" y="15613"/>
                  <a:pt x="8142" y="15421"/>
                </a:cubicBezTo>
                <a:lnTo>
                  <a:pt x="3580" y="10859"/>
                </a:lnTo>
                <a:cubicBezTo>
                  <a:pt x="3388" y="10668"/>
                  <a:pt x="3388" y="10357"/>
                  <a:pt x="3580" y="10165"/>
                </a:cubicBezTo>
                <a:lnTo>
                  <a:pt x="4274" y="9471"/>
                </a:lnTo>
                <a:cubicBezTo>
                  <a:pt x="4466" y="9279"/>
                  <a:pt x="4777" y="9279"/>
                  <a:pt x="4968" y="9471"/>
                </a:cubicBezTo>
                <a:lnTo>
                  <a:pt x="8836" y="13339"/>
                </a:lnTo>
                <a:lnTo>
                  <a:pt x="16631" y="5544"/>
                </a:lnTo>
                <a:cubicBezTo>
                  <a:pt x="16823" y="5352"/>
                  <a:pt x="17134" y="5352"/>
                  <a:pt x="17326" y="5544"/>
                </a:cubicBezTo>
                <a:lnTo>
                  <a:pt x="18020" y="6238"/>
                </a:lnTo>
                <a:cubicBezTo>
                  <a:pt x="18211" y="6430"/>
                  <a:pt x="18211" y="6740"/>
                  <a:pt x="18020" y="6932"/>
                </a:cubicBezTo>
                <a:close/>
              </a:path>
            </a:pathLst>
          </a:custGeom>
          <a:solidFill>
            <a:srgbClr val="1C3541"/>
          </a:solidFill>
          <a:ln w="12700">
            <a:miter lim="400000"/>
          </a:ln>
        </p:spPr>
        <p:txBody>
          <a:bodyPr lIns="17145" rIns="17145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35" name="Freeform 89">
            <a:extLst>
              <a:ext uri="{FF2B5EF4-FFF2-40B4-BE49-F238E27FC236}">
                <a16:creationId xmlns:a16="http://schemas.microsoft.com/office/drawing/2014/main" id="{1C471649-A76C-AE4E-BF84-DD3B253BC395}"/>
              </a:ext>
            </a:extLst>
          </p:cNvPr>
          <p:cNvSpPr/>
          <p:nvPr/>
        </p:nvSpPr>
        <p:spPr>
          <a:xfrm>
            <a:off x="3450119" y="2802861"/>
            <a:ext cx="215777" cy="2157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1964" y="0"/>
                </a:lnTo>
                <a:cubicBezTo>
                  <a:pt x="881" y="0"/>
                  <a:pt x="0" y="881"/>
                  <a:pt x="0" y="1964"/>
                </a:cubicBezTo>
                <a:lnTo>
                  <a:pt x="0" y="19636"/>
                </a:lnTo>
                <a:cubicBezTo>
                  <a:pt x="0" y="20719"/>
                  <a:pt x="881" y="21600"/>
                  <a:pt x="1964" y="21600"/>
                </a:cubicBezTo>
                <a:lnTo>
                  <a:pt x="19636" y="21600"/>
                </a:lnTo>
                <a:cubicBezTo>
                  <a:pt x="20719" y="21600"/>
                  <a:pt x="21600" y="20719"/>
                  <a:pt x="21600" y="19636"/>
                </a:cubicBezTo>
                <a:lnTo>
                  <a:pt x="21600" y="1964"/>
                </a:lnTo>
                <a:cubicBezTo>
                  <a:pt x="21600" y="881"/>
                  <a:pt x="20719" y="0"/>
                  <a:pt x="19636" y="0"/>
                </a:cubicBezTo>
                <a:close/>
                <a:moveTo>
                  <a:pt x="18020" y="6932"/>
                </a:moveTo>
                <a:lnTo>
                  <a:pt x="9530" y="15421"/>
                </a:lnTo>
                <a:cubicBezTo>
                  <a:pt x="9339" y="15613"/>
                  <a:pt x="9087" y="15709"/>
                  <a:pt x="8836" y="15709"/>
                </a:cubicBezTo>
                <a:cubicBezTo>
                  <a:pt x="8585" y="15709"/>
                  <a:pt x="8334" y="15613"/>
                  <a:pt x="8142" y="15421"/>
                </a:cubicBezTo>
                <a:lnTo>
                  <a:pt x="3580" y="10859"/>
                </a:lnTo>
                <a:cubicBezTo>
                  <a:pt x="3388" y="10668"/>
                  <a:pt x="3388" y="10357"/>
                  <a:pt x="3580" y="10165"/>
                </a:cubicBezTo>
                <a:lnTo>
                  <a:pt x="4274" y="9471"/>
                </a:lnTo>
                <a:cubicBezTo>
                  <a:pt x="4466" y="9279"/>
                  <a:pt x="4777" y="9279"/>
                  <a:pt x="4968" y="9471"/>
                </a:cubicBezTo>
                <a:lnTo>
                  <a:pt x="8836" y="13339"/>
                </a:lnTo>
                <a:lnTo>
                  <a:pt x="16631" y="5544"/>
                </a:lnTo>
                <a:cubicBezTo>
                  <a:pt x="16823" y="5352"/>
                  <a:pt x="17134" y="5352"/>
                  <a:pt x="17326" y="5544"/>
                </a:cubicBezTo>
                <a:lnTo>
                  <a:pt x="18020" y="6238"/>
                </a:lnTo>
                <a:cubicBezTo>
                  <a:pt x="18211" y="6430"/>
                  <a:pt x="18211" y="6740"/>
                  <a:pt x="18020" y="6932"/>
                </a:cubicBezTo>
                <a:close/>
              </a:path>
            </a:pathLst>
          </a:custGeom>
          <a:solidFill>
            <a:srgbClr val="1C3541"/>
          </a:solidFill>
          <a:ln w="12700">
            <a:miter lim="400000"/>
          </a:ln>
        </p:spPr>
        <p:txBody>
          <a:bodyPr lIns="17145" rIns="17145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36" name="Freeform 89">
            <a:extLst>
              <a:ext uri="{FF2B5EF4-FFF2-40B4-BE49-F238E27FC236}">
                <a16:creationId xmlns:a16="http://schemas.microsoft.com/office/drawing/2014/main" id="{1603C480-B90A-4449-8B84-57A6538226FF}"/>
              </a:ext>
            </a:extLst>
          </p:cNvPr>
          <p:cNvSpPr/>
          <p:nvPr/>
        </p:nvSpPr>
        <p:spPr>
          <a:xfrm>
            <a:off x="5448782" y="1933549"/>
            <a:ext cx="215777" cy="2157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1964" y="0"/>
                </a:lnTo>
                <a:cubicBezTo>
                  <a:pt x="881" y="0"/>
                  <a:pt x="0" y="881"/>
                  <a:pt x="0" y="1964"/>
                </a:cubicBezTo>
                <a:lnTo>
                  <a:pt x="0" y="19636"/>
                </a:lnTo>
                <a:cubicBezTo>
                  <a:pt x="0" y="20719"/>
                  <a:pt x="881" y="21600"/>
                  <a:pt x="1964" y="21600"/>
                </a:cubicBezTo>
                <a:lnTo>
                  <a:pt x="19636" y="21600"/>
                </a:lnTo>
                <a:cubicBezTo>
                  <a:pt x="20719" y="21600"/>
                  <a:pt x="21600" y="20719"/>
                  <a:pt x="21600" y="19636"/>
                </a:cubicBezTo>
                <a:lnTo>
                  <a:pt x="21600" y="1964"/>
                </a:lnTo>
                <a:cubicBezTo>
                  <a:pt x="21600" y="881"/>
                  <a:pt x="20719" y="0"/>
                  <a:pt x="19636" y="0"/>
                </a:cubicBezTo>
                <a:close/>
                <a:moveTo>
                  <a:pt x="18020" y="6932"/>
                </a:moveTo>
                <a:lnTo>
                  <a:pt x="9530" y="15421"/>
                </a:lnTo>
                <a:cubicBezTo>
                  <a:pt x="9339" y="15613"/>
                  <a:pt x="9087" y="15709"/>
                  <a:pt x="8836" y="15709"/>
                </a:cubicBezTo>
                <a:cubicBezTo>
                  <a:pt x="8585" y="15709"/>
                  <a:pt x="8334" y="15613"/>
                  <a:pt x="8142" y="15421"/>
                </a:cubicBezTo>
                <a:lnTo>
                  <a:pt x="3580" y="10859"/>
                </a:lnTo>
                <a:cubicBezTo>
                  <a:pt x="3388" y="10668"/>
                  <a:pt x="3388" y="10357"/>
                  <a:pt x="3580" y="10165"/>
                </a:cubicBezTo>
                <a:lnTo>
                  <a:pt x="4274" y="9471"/>
                </a:lnTo>
                <a:cubicBezTo>
                  <a:pt x="4466" y="9279"/>
                  <a:pt x="4777" y="9279"/>
                  <a:pt x="4968" y="9471"/>
                </a:cubicBezTo>
                <a:lnTo>
                  <a:pt x="8836" y="13339"/>
                </a:lnTo>
                <a:lnTo>
                  <a:pt x="16631" y="5544"/>
                </a:lnTo>
                <a:cubicBezTo>
                  <a:pt x="16823" y="5352"/>
                  <a:pt x="17134" y="5352"/>
                  <a:pt x="17326" y="5544"/>
                </a:cubicBezTo>
                <a:lnTo>
                  <a:pt x="18020" y="6238"/>
                </a:lnTo>
                <a:cubicBezTo>
                  <a:pt x="18211" y="6430"/>
                  <a:pt x="18211" y="6740"/>
                  <a:pt x="18020" y="6932"/>
                </a:cubicBezTo>
                <a:close/>
              </a:path>
            </a:pathLst>
          </a:custGeom>
          <a:solidFill>
            <a:srgbClr val="1C3541"/>
          </a:solidFill>
          <a:ln w="12700">
            <a:miter lim="400000"/>
          </a:ln>
        </p:spPr>
        <p:txBody>
          <a:bodyPr lIns="17145" rIns="17145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37" name="Freeform 89">
            <a:extLst>
              <a:ext uri="{FF2B5EF4-FFF2-40B4-BE49-F238E27FC236}">
                <a16:creationId xmlns:a16="http://schemas.microsoft.com/office/drawing/2014/main" id="{3D75CC9B-5EAD-1140-A1DB-8A9D2C71F895}"/>
              </a:ext>
            </a:extLst>
          </p:cNvPr>
          <p:cNvSpPr/>
          <p:nvPr/>
        </p:nvSpPr>
        <p:spPr>
          <a:xfrm>
            <a:off x="5448782" y="2368205"/>
            <a:ext cx="215777" cy="2157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1964" y="0"/>
                </a:lnTo>
                <a:cubicBezTo>
                  <a:pt x="881" y="0"/>
                  <a:pt x="0" y="881"/>
                  <a:pt x="0" y="1964"/>
                </a:cubicBezTo>
                <a:lnTo>
                  <a:pt x="0" y="19636"/>
                </a:lnTo>
                <a:cubicBezTo>
                  <a:pt x="0" y="20719"/>
                  <a:pt x="881" y="21600"/>
                  <a:pt x="1964" y="21600"/>
                </a:cubicBezTo>
                <a:lnTo>
                  <a:pt x="19636" y="21600"/>
                </a:lnTo>
                <a:cubicBezTo>
                  <a:pt x="20719" y="21600"/>
                  <a:pt x="21600" y="20719"/>
                  <a:pt x="21600" y="19636"/>
                </a:cubicBezTo>
                <a:lnTo>
                  <a:pt x="21600" y="1964"/>
                </a:lnTo>
                <a:cubicBezTo>
                  <a:pt x="21600" y="881"/>
                  <a:pt x="20719" y="0"/>
                  <a:pt x="19636" y="0"/>
                </a:cubicBezTo>
                <a:close/>
                <a:moveTo>
                  <a:pt x="18020" y="6932"/>
                </a:moveTo>
                <a:lnTo>
                  <a:pt x="9530" y="15421"/>
                </a:lnTo>
                <a:cubicBezTo>
                  <a:pt x="9339" y="15613"/>
                  <a:pt x="9087" y="15709"/>
                  <a:pt x="8836" y="15709"/>
                </a:cubicBezTo>
                <a:cubicBezTo>
                  <a:pt x="8585" y="15709"/>
                  <a:pt x="8334" y="15613"/>
                  <a:pt x="8142" y="15421"/>
                </a:cubicBezTo>
                <a:lnTo>
                  <a:pt x="3580" y="10859"/>
                </a:lnTo>
                <a:cubicBezTo>
                  <a:pt x="3388" y="10668"/>
                  <a:pt x="3388" y="10357"/>
                  <a:pt x="3580" y="10165"/>
                </a:cubicBezTo>
                <a:lnTo>
                  <a:pt x="4274" y="9471"/>
                </a:lnTo>
                <a:cubicBezTo>
                  <a:pt x="4466" y="9279"/>
                  <a:pt x="4777" y="9279"/>
                  <a:pt x="4968" y="9471"/>
                </a:cubicBezTo>
                <a:lnTo>
                  <a:pt x="8836" y="13339"/>
                </a:lnTo>
                <a:lnTo>
                  <a:pt x="16631" y="5544"/>
                </a:lnTo>
                <a:cubicBezTo>
                  <a:pt x="16823" y="5352"/>
                  <a:pt x="17134" y="5352"/>
                  <a:pt x="17326" y="5544"/>
                </a:cubicBezTo>
                <a:lnTo>
                  <a:pt x="18020" y="6238"/>
                </a:lnTo>
                <a:cubicBezTo>
                  <a:pt x="18211" y="6430"/>
                  <a:pt x="18211" y="6740"/>
                  <a:pt x="18020" y="6932"/>
                </a:cubicBezTo>
                <a:close/>
              </a:path>
            </a:pathLst>
          </a:custGeom>
          <a:solidFill>
            <a:srgbClr val="1C3541"/>
          </a:solidFill>
          <a:ln w="12700">
            <a:miter lim="400000"/>
          </a:ln>
        </p:spPr>
        <p:txBody>
          <a:bodyPr lIns="17145" rIns="17145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38" name="Freeform 89">
            <a:extLst>
              <a:ext uri="{FF2B5EF4-FFF2-40B4-BE49-F238E27FC236}">
                <a16:creationId xmlns:a16="http://schemas.microsoft.com/office/drawing/2014/main" id="{B0975B06-062B-E04D-8633-DA8598FE3F41}"/>
              </a:ext>
            </a:extLst>
          </p:cNvPr>
          <p:cNvSpPr/>
          <p:nvPr/>
        </p:nvSpPr>
        <p:spPr>
          <a:xfrm>
            <a:off x="5448782" y="2802861"/>
            <a:ext cx="215777" cy="2157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1964" y="0"/>
                </a:lnTo>
                <a:cubicBezTo>
                  <a:pt x="881" y="0"/>
                  <a:pt x="0" y="881"/>
                  <a:pt x="0" y="1964"/>
                </a:cubicBezTo>
                <a:lnTo>
                  <a:pt x="0" y="19636"/>
                </a:lnTo>
                <a:cubicBezTo>
                  <a:pt x="0" y="20719"/>
                  <a:pt x="881" y="21600"/>
                  <a:pt x="1964" y="21600"/>
                </a:cubicBezTo>
                <a:lnTo>
                  <a:pt x="19636" y="21600"/>
                </a:lnTo>
                <a:cubicBezTo>
                  <a:pt x="20719" y="21600"/>
                  <a:pt x="21600" y="20719"/>
                  <a:pt x="21600" y="19636"/>
                </a:cubicBezTo>
                <a:lnTo>
                  <a:pt x="21600" y="1964"/>
                </a:lnTo>
                <a:cubicBezTo>
                  <a:pt x="21600" y="881"/>
                  <a:pt x="20719" y="0"/>
                  <a:pt x="19636" y="0"/>
                </a:cubicBezTo>
                <a:close/>
                <a:moveTo>
                  <a:pt x="18020" y="6932"/>
                </a:moveTo>
                <a:lnTo>
                  <a:pt x="9530" y="15421"/>
                </a:lnTo>
                <a:cubicBezTo>
                  <a:pt x="9339" y="15613"/>
                  <a:pt x="9087" y="15709"/>
                  <a:pt x="8836" y="15709"/>
                </a:cubicBezTo>
                <a:cubicBezTo>
                  <a:pt x="8585" y="15709"/>
                  <a:pt x="8334" y="15613"/>
                  <a:pt x="8142" y="15421"/>
                </a:cubicBezTo>
                <a:lnTo>
                  <a:pt x="3580" y="10859"/>
                </a:lnTo>
                <a:cubicBezTo>
                  <a:pt x="3388" y="10668"/>
                  <a:pt x="3388" y="10357"/>
                  <a:pt x="3580" y="10165"/>
                </a:cubicBezTo>
                <a:lnTo>
                  <a:pt x="4274" y="9471"/>
                </a:lnTo>
                <a:cubicBezTo>
                  <a:pt x="4466" y="9279"/>
                  <a:pt x="4777" y="9279"/>
                  <a:pt x="4968" y="9471"/>
                </a:cubicBezTo>
                <a:lnTo>
                  <a:pt x="8836" y="13339"/>
                </a:lnTo>
                <a:lnTo>
                  <a:pt x="16631" y="5544"/>
                </a:lnTo>
                <a:cubicBezTo>
                  <a:pt x="16823" y="5352"/>
                  <a:pt x="17134" y="5352"/>
                  <a:pt x="17326" y="5544"/>
                </a:cubicBezTo>
                <a:lnTo>
                  <a:pt x="18020" y="6238"/>
                </a:lnTo>
                <a:cubicBezTo>
                  <a:pt x="18211" y="6430"/>
                  <a:pt x="18211" y="6740"/>
                  <a:pt x="18020" y="6932"/>
                </a:cubicBezTo>
                <a:close/>
              </a:path>
            </a:pathLst>
          </a:custGeom>
          <a:solidFill>
            <a:srgbClr val="1C3541"/>
          </a:solidFill>
          <a:ln w="12700">
            <a:miter lim="400000"/>
          </a:ln>
        </p:spPr>
        <p:txBody>
          <a:bodyPr lIns="17145" rIns="17145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39" name="Freeform 89">
            <a:extLst>
              <a:ext uri="{FF2B5EF4-FFF2-40B4-BE49-F238E27FC236}">
                <a16:creationId xmlns:a16="http://schemas.microsoft.com/office/drawing/2014/main" id="{65AAD887-0E80-C04C-B7DF-5B427B7B9CF2}"/>
              </a:ext>
            </a:extLst>
          </p:cNvPr>
          <p:cNvSpPr/>
          <p:nvPr/>
        </p:nvSpPr>
        <p:spPr>
          <a:xfrm>
            <a:off x="5448782" y="3237516"/>
            <a:ext cx="215777" cy="2157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1964" y="0"/>
                </a:lnTo>
                <a:cubicBezTo>
                  <a:pt x="881" y="0"/>
                  <a:pt x="0" y="881"/>
                  <a:pt x="0" y="1964"/>
                </a:cubicBezTo>
                <a:lnTo>
                  <a:pt x="0" y="19636"/>
                </a:lnTo>
                <a:cubicBezTo>
                  <a:pt x="0" y="20719"/>
                  <a:pt x="881" y="21600"/>
                  <a:pt x="1964" y="21600"/>
                </a:cubicBezTo>
                <a:lnTo>
                  <a:pt x="19636" y="21600"/>
                </a:lnTo>
                <a:cubicBezTo>
                  <a:pt x="20719" y="21600"/>
                  <a:pt x="21600" y="20719"/>
                  <a:pt x="21600" y="19636"/>
                </a:cubicBezTo>
                <a:lnTo>
                  <a:pt x="21600" y="1964"/>
                </a:lnTo>
                <a:cubicBezTo>
                  <a:pt x="21600" y="881"/>
                  <a:pt x="20719" y="0"/>
                  <a:pt x="19636" y="0"/>
                </a:cubicBezTo>
                <a:close/>
                <a:moveTo>
                  <a:pt x="18020" y="6932"/>
                </a:moveTo>
                <a:lnTo>
                  <a:pt x="9530" y="15421"/>
                </a:lnTo>
                <a:cubicBezTo>
                  <a:pt x="9339" y="15613"/>
                  <a:pt x="9087" y="15709"/>
                  <a:pt x="8836" y="15709"/>
                </a:cubicBezTo>
                <a:cubicBezTo>
                  <a:pt x="8585" y="15709"/>
                  <a:pt x="8334" y="15613"/>
                  <a:pt x="8142" y="15421"/>
                </a:cubicBezTo>
                <a:lnTo>
                  <a:pt x="3580" y="10859"/>
                </a:lnTo>
                <a:cubicBezTo>
                  <a:pt x="3388" y="10668"/>
                  <a:pt x="3388" y="10357"/>
                  <a:pt x="3580" y="10165"/>
                </a:cubicBezTo>
                <a:lnTo>
                  <a:pt x="4274" y="9471"/>
                </a:lnTo>
                <a:cubicBezTo>
                  <a:pt x="4466" y="9279"/>
                  <a:pt x="4777" y="9279"/>
                  <a:pt x="4968" y="9471"/>
                </a:cubicBezTo>
                <a:lnTo>
                  <a:pt x="8836" y="13339"/>
                </a:lnTo>
                <a:lnTo>
                  <a:pt x="16631" y="5544"/>
                </a:lnTo>
                <a:cubicBezTo>
                  <a:pt x="16823" y="5352"/>
                  <a:pt x="17134" y="5352"/>
                  <a:pt x="17326" y="5544"/>
                </a:cubicBezTo>
                <a:lnTo>
                  <a:pt x="18020" y="6238"/>
                </a:lnTo>
                <a:cubicBezTo>
                  <a:pt x="18211" y="6430"/>
                  <a:pt x="18211" y="6740"/>
                  <a:pt x="18020" y="6932"/>
                </a:cubicBezTo>
                <a:close/>
              </a:path>
            </a:pathLst>
          </a:custGeom>
          <a:solidFill>
            <a:srgbClr val="1C3541"/>
          </a:solidFill>
          <a:ln w="12700">
            <a:miter lim="400000"/>
          </a:ln>
        </p:spPr>
        <p:txBody>
          <a:bodyPr lIns="17145" rIns="17145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40" name="Freeform 89">
            <a:extLst>
              <a:ext uri="{FF2B5EF4-FFF2-40B4-BE49-F238E27FC236}">
                <a16:creationId xmlns:a16="http://schemas.microsoft.com/office/drawing/2014/main" id="{EF1D6772-546E-F44E-A29B-65DB552B501F}"/>
              </a:ext>
            </a:extLst>
          </p:cNvPr>
          <p:cNvSpPr/>
          <p:nvPr/>
        </p:nvSpPr>
        <p:spPr>
          <a:xfrm>
            <a:off x="7425219" y="1933549"/>
            <a:ext cx="215777" cy="2157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1964" y="0"/>
                </a:lnTo>
                <a:cubicBezTo>
                  <a:pt x="881" y="0"/>
                  <a:pt x="0" y="881"/>
                  <a:pt x="0" y="1964"/>
                </a:cubicBezTo>
                <a:lnTo>
                  <a:pt x="0" y="19636"/>
                </a:lnTo>
                <a:cubicBezTo>
                  <a:pt x="0" y="20719"/>
                  <a:pt x="881" y="21600"/>
                  <a:pt x="1964" y="21600"/>
                </a:cubicBezTo>
                <a:lnTo>
                  <a:pt x="19636" y="21600"/>
                </a:lnTo>
                <a:cubicBezTo>
                  <a:pt x="20719" y="21600"/>
                  <a:pt x="21600" y="20719"/>
                  <a:pt x="21600" y="19636"/>
                </a:cubicBezTo>
                <a:lnTo>
                  <a:pt x="21600" y="1964"/>
                </a:lnTo>
                <a:cubicBezTo>
                  <a:pt x="21600" y="881"/>
                  <a:pt x="20719" y="0"/>
                  <a:pt x="19636" y="0"/>
                </a:cubicBezTo>
                <a:close/>
                <a:moveTo>
                  <a:pt x="18020" y="6932"/>
                </a:moveTo>
                <a:lnTo>
                  <a:pt x="9530" y="15421"/>
                </a:lnTo>
                <a:cubicBezTo>
                  <a:pt x="9339" y="15613"/>
                  <a:pt x="9087" y="15709"/>
                  <a:pt x="8836" y="15709"/>
                </a:cubicBezTo>
                <a:cubicBezTo>
                  <a:pt x="8585" y="15709"/>
                  <a:pt x="8334" y="15613"/>
                  <a:pt x="8142" y="15421"/>
                </a:cubicBezTo>
                <a:lnTo>
                  <a:pt x="3580" y="10859"/>
                </a:lnTo>
                <a:cubicBezTo>
                  <a:pt x="3388" y="10668"/>
                  <a:pt x="3388" y="10357"/>
                  <a:pt x="3580" y="10165"/>
                </a:cubicBezTo>
                <a:lnTo>
                  <a:pt x="4274" y="9471"/>
                </a:lnTo>
                <a:cubicBezTo>
                  <a:pt x="4466" y="9279"/>
                  <a:pt x="4777" y="9279"/>
                  <a:pt x="4968" y="9471"/>
                </a:cubicBezTo>
                <a:lnTo>
                  <a:pt x="8836" y="13339"/>
                </a:lnTo>
                <a:lnTo>
                  <a:pt x="16631" y="5544"/>
                </a:lnTo>
                <a:cubicBezTo>
                  <a:pt x="16823" y="5352"/>
                  <a:pt x="17134" y="5352"/>
                  <a:pt x="17326" y="5544"/>
                </a:cubicBezTo>
                <a:lnTo>
                  <a:pt x="18020" y="6238"/>
                </a:lnTo>
                <a:cubicBezTo>
                  <a:pt x="18211" y="6430"/>
                  <a:pt x="18211" y="6740"/>
                  <a:pt x="18020" y="6932"/>
                </a:cubicBezTo>
                <a:close/>
              </a:path>
            </a:pathLst>
          </a:custGeom>
          <a:solidFill>
            <a:srgbClr val="1C3541"/>
          </a:solidFill>
          <a:ln w="12700">
            <a:miter lim="400000"/>
          </a:ln>
        </p:spPr>
        <p:txBody>
          <a:bodyPr lIns="17145" rIns="17145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41" name="Freeform 89">
            <a:extLst>
              <a:ext uri="{FF2B5EF4-FFF2-40B4-BE49-F238E27FC236}">
                <a16:creationId xmlns:a16="http://schemas.microsoft.com/office/drawing/2014/main" id="{7BA95646-D10E-314B-A960-F7BD59DC980C}"/>
              </a:ext>
            </a:extLst>
          </p:cNvPr>
          <p:cNvSpPr/>
          <p:nvPr/>
        </p:nvSpPr>
        <p:spPr>
          <a:xfrm>
            <a:off x="7425219" y="2368205"/>
            <a:ext cx="215777" cy="2157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1964" y="0"/>
                </a:lnTo>
                <a:cubicBezTo>
                  <a:pt x="881" y="0"/>
                  <a:pt x="0" y="881"/>
                  <a:pt x="0" y="1964"/>
                </a:cubicBezTo>
                <a:lnTo>
                  <a:pt x="0" y="19636"/>
                </a:lnTo>
                <a:cubicBezTo>
                  <a:pt x="0" y="20719"/>
                  <a:pt x="881" y="21600"/>
                  <a:pt x="1964" y="21600"/>
                </a:cubicBezTo>
                <a:lnTo>
                  <a:pt x="19636" y="21600"/>
                </a:lnTo>
                <a:cubicBezTo>
                  <a:pt x="20719" y="21600"/>
                  <a:pt x="21600" y="20719"/>
                  <a:pt x="21600" y="19636"/>
                </a:cubicBezTo>
                <a:lnTo>
                  <a:pt x="21600" y="1964"/>
                </a:lnTo>
                <a:cubicBezTo>
                  <a:pt x="21600" y="881"/>
                  <a:pt x="20719" y="0"/>
                  <a:pt x="19636" y="0"/>
                </a:cubicBezTo>
                <a:close/>
                <a:moveTo>
                  <a:pt x="18020" y="6932"/>
                </a:moveTo>
                <a:lnTo>
                  <a:pt x="9530" y="15421"/>
                </a:lnTo>
                <a:cubicBezTo>
                  <a:pt x="9339" y="15613"/>
                  <a:pt x="9087" y="15709"/>
                  <a:pt x="8836" y="15709"/>
                </a:cubicBezTo>
                <a:cubicBezTo>
                  <a:pt x="8585" y="15709"/>
                  <a:pt x="8334" y="15613"/>
                  <a:pt x="8142" y="15421"/>
                </a:cubicBezTo>
                <a:lnTo>
                  <a:pt x="3580" y="10859"/>
                </a:lnTo>
                <a:cubicBezTo>
                  <a:pt x="3388" y="10668"/>
                  <a:pt x="3388" y="10357"/>
                  <a:pt x="3580" y="10165"/>
                </a:cubicBezTo>
                <a:lnTo>
                  <a:pt x="4274" y="9471"/>
                </a:lnTo>
                <a:cubicBezTo>
                  <a:pt x="4466" y="9279"/>
                  <a:pt x="4777" y="9279"/>
                  <a:pt x="4968" y="9471"/>
                </a:cubicBezTo>
                <a:lnTo>
                  <a:pt x="8836" y="13339"/>
                </a:lnTo>
                <a:lnTo>
                  <a:pt x="16631" y="5544"/>
                </a:lnTo>
                <a:cubicBezTo>
                  <a:pt x="16823" y="5352"/>
                  <a:pt x="17134" y="5352"/>
                  <a:pt x="17326" y="5544"/>
                </a:cubicBezTo>
                <a:lnTo>
                  <a:pt x="18020" y="6238"/>
                </a:lnTo>
                <a:cubicBezTo>
                  <a:pt x="18211" y="6430"/>
                  <a:pt x="18211" y="6740"/>
                  <a:pt x="18020" y="6932"/>
                </a:cubicBezTo>
                <a:close/>
              </a:path>
            </a:pathLst>
          </a:custGeom>
          <a:solidFill>
            <a:srgbClr val="1C3541"/>
          </a:solidFill>
          <a:ln w="12700">
            <a:miter lim="400000"/>
          </a:ln>
        </p:spPr>
        <p:txBody>
          <a:bodyPr lIns="17145" rIns="17145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42" name="Freeform 89">
            <a:extLst>
              <a:ext uri="{FF2B5EF4-FFF2-40B4-BE49-F238E27FC236}">
                <a16:creationId xmlns:a16="http://schemas.microsoft.com/office/drawing/2014/main" id="{8CAE2872-97AA-C147-9D49-37C9DA02FE37}"/>
              </a:ext>
            </a:extLst>
          </p:cNvPr>
          <p:cNvSpPr/>
          <p:nvPr/>
        </p:nvSpPr>
        <p:spPr>
          <a:xfrm>
            <a:off x="7425219" y="2802861"/>
            <a:ext cx="215777" cy="2157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1964" y="0"/>
                </a:lnTo>
                <a:cubicBezTo>
                  <a:pt x="881" y="0"/>
                  <a:pt x="0" y="881"/>
                  <a:pt x="0" y="1964"/>
                </a:cubicBezTo>
                <a:lnTo>
                  <a:pt x="0" y="19636"/>
                </a:lnTo>
                <a:cubicBezTo>
                  <a:pt x="0" y="20719"/>
                  <a:pt x="881" y="21600"/>
                  <a:pt x="1964" y="21600"/>
                </a:cubicBezTo>
                <a:lnTo>
                  <a:pt x="19636" y="21600"/>
                </a:lnTo>
                <a:cubicBezTo>
                  <a:pt x="20719" y="21600"/>
                  <a:pt x="21600" y="20719"/>
                  <a:pt x="21600" y="19636"/>
                </a:cubicBezTo>
                <a:lnTo>
                  <a:pt x="21600" y="1964"/>
                </a:lnTo>
                <a:cubicBezTo>
                  <a:pt x="21600" y="881"/>
                  <a:pt x="20719" y="0"/>
                  <a:pt x="19636" y="0"/>
                </a:cubicBezTo>
                <a:close/>
                <a:moveTo>
                  <a:pt x="18020" y="6932"/>
                </a:moveTo>
                <a:lnTo>
                  <a:pt x="9530" y="15421"/>
                </a:lnTo>
                <a:cubicBezTo>
                  <a:pt x="9339" y="15613"/>
                  <a:pt x="9087" y="15709"/>
                  <a:pt x="8836" y="15709"/>
                </a:cubicBezTo>
                <a:cubicBezTo>
                  <a:pt x="8585" y="15709"/>
                  <a:pt x="8334" y="15613"/>
                  <a:pt x="8142" y="15421"/>
                </a:cubicBezTo>
                <a:lnTo>
                  <a:pt x="3580" y="10859"/>
                </a:lnTo>
                <a:cubicBezTo>
                  <a:pt x="3388" y="10668"/>
                  <a:pt x="3388" y="10357"/>
                  <a:pt x="3580" y="10165"/>
                </a:cubicBezTo>
                <a:lnTo>
                  <a:pt x="4274" y="9471"/>
                </a:lnTo>
                <a:cubicBezTo>
                  <a:pt x="4466" y="9279"/>
                  <a:pt x="4777" y="9279"/>
                  <a:pt x="4968" y="9471"/>
                </a:cubicBezTo>
                <a:lnTo>
                  <a:pt x="8836" y="13339"/>
                </a:lnTo>
                <a:lnTo>
                  <a:pt x="16631" y="5544"/>
                </a:lnTo>
                <a:cubicBezTo>
                  <a:pt x="16823" y="5352"/>
                  <a:pt x="17134" y="5352"/>
                  <a:pt x="17326" y="5544"/>
                </a:cubicBezTo>
                <a:lnTo>
                  <a:pt x="18020" y="6238"/>
                </a:lnTo>
                <a:cubicBezTo>
                  <a:pt x="18211" y="6430"/>
                  <a:pt x="18211" y="6740"/>
                  <a:pt x="18020" y="6932"/>
                </a:cubicBezTo>
                <a:close/>
              </a:path>
            </a:pathLst>
          </a:custGeom>
          <a:solidFill>
            <a:srgbClr val="1C3541"/>
          </a:solidFill>
          <a:ln w="12700">
            <a:miter lim="400000"/>
          </a:ln>
        </p:spPr>
        <p:txBody>
          <a:bodyPr lIns="17145" rIns="17145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43" name="Freeform 89">
            <a:extLst>
              <a:ext uri="{FF2B5EF4-FFF2-40B4-BE49-F238E27FC236}">
                <a16:creationId xmlns:a16="http://schemas.microsoft.com/office/drawing/2014/main" id="{77257495-A6DE-0A4D-9DDE-609D070F3DE5}"/>
              </a:ext>
            </a:extLst>
          </p:cNvPr>
          <p:cNvSpPr/>
          <p:nvPr/>
        </p:nvSpPr>
        <p:spPr>
          <a:xfrm>
            <a:off x="7425219" y="3237516"/>
            <a:ext cx="215777" cy="2157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1964" y="0"/>
                </a:lnTo>
                <a:cubicBezTo>
                  <a:pt x="881" y="0"/>
                  <a:pt x="0" y="881"/>
                  <a:pt x="0" y="1964"/>
                </a:cubicBezTo>
                <a:lnTo>
                  <a:pt x="0" y="19636"/>
                </a:lnTo>
                <a:cubicBezTo>
                  <a:pt x="0" y="20719"/>
                  <a:pt x="881" y="21600"/>
                  <a:pt x="1964" y="21600"/>
                </a:cubicBezTo>
                <a:lnTo>
                  <a:pt x="19636" y="21600"/>
                </a:lnTo>
                <a:cubicBezTo>
                  <a:pt x="20719" y="21600"/>
                  <a:pt x="21600" y="20719"/>
                  <a:pt x="21600" y="19636"/>
                </a:cubicBezTo>
                <a:lnTo>
                  <a:pt x="21600" y="1964"/>
                </a:lnTo>
                <a:cubicBezTo>
                  <a:pt x="21600" y="881"/>
                  <a:pt x="20719" y="0"/>
                  <a:pt x="19636" y="0"/>
                </a:cubicBezTo>
                <a:close/>
                <a:moveTo>
                  <a:pt x="18020" y="6932"/>
                </a:moveTo>
                <a:lnTo>
                  <a:pt x="9530" y="15421"/>
                </a:lnTo>
                <a:cubicBezTo>
                  <a:pt x="9339" y="15613"/>
                  <a:pt x="9087" y="15709"/>
                  <a:pt x="8836" y="15709"/>
                </a:cubicBezTo>
                <a:cubicBezTo>
                  <a:pt x="8585" y="15709"/>
                  <a:pt x="8334" y="15613"/>
                  <a:pt x="8142" y="15421"/>
                </a:cubicBezTo>
                <a:lnTo>
                  <a:pt x="3580" y="10859"/>
                </a:lnTo>
                <a:cubicBezTo>
                  <a:pt x="3388" y="10668"/>
                  <a:pt x="3388" y="10357"/>
                  <a:pt x="3580" y="10165"/>
                </a:cubicBezTo>
                <a:lnTo>
                  <a:pt x="4274" y="9471"/>
                </a:lnTo>
                <a:cubicBezTo>
                  <a:pt x="4466" y="9279"/>
                  <a:pt x="4777" y="9279"/>
                  <a:pt x="4968" y="9471"/>
                </a:cubicBezTo>
                <a:lnTo>
                  <a:pt x="8836" y="13339"/>
                </a:lnTo>
                <a:lnTo>
                  <a:pt x="16631" y="5544"/>
                </a:lnTo>
                <a:cubicBezTo>
                  <a:pt x="16823" y="5352"/>
                  <a:pt x="17134" y="5352"/>
                  <a:pt x="17326" y="5544"/>
                </a:cubicBezTo>
                <a:lnTo>
                  <a:pt x="18020" y="6238"/>
                </a:lnTo>
                <a:cubicBezTo>
                  <a:pt x="18211" y="6430"/>
                  <a:pt x="18211" y="6740"/>
                  <a:pt x="18020" y="6932"/>
                </a:cubicBezTo>
                <a:close/>
              </a:path>
            </a:pathLst>
          </a:custGeom>
          <a:solidFill>
            <a:srgbClr val="1C3541"/>
          </a:solidFill>
          <a:ln w="12700">
            <a:miter lim="400000"/>
          </a:ln>
        </p:spPr>
        <p:txBody>
          <a:bodyPr lIns="17145" rIns="17145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44" name="Freeform 89">
            <a:extLst>
              <a:ext uri="{FF2B5EF4-FFF2-40B4-BE49-F238E27FC236}">
                <a16:creationId xmlns:a16="http://schemas.microsoft.com/office/drawing/2014/main" id="{AA342DA2-5BEA-594D-9C1E-0068F227EF9B}"/>
              </a:ext>
            </a:extLst>
          </p:cNvPr>
          <p:cNvSpPr/>
          <p:nvPr/>
        </p:nvSpPr>
        <p:spPr>
          <a:xfrm>
            <a:off x="7425219" y="3672172"/>
            <a:ext cx="215777" cy="2157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1964" y="0"/>
                </a:lnTo>
                <a:cubicBezTo>
                  <a:pt x="881" y="0"/>
                  <a:pt x="0" y="881"/>
                  <a:pt x="0" y="1964"/>
                </a:cubicBezTo>
                <a:lnTo>
                  <a:pt x="0" y="19636"/>
                </a:lnTo>
                <a:cubicBezTo>
                  <a:pt x="0" y="20719"/>
                  <a:pt x="881" y="21600"/>
                  <a:pt x="1964" y="21600"/>
                </a:cubicBezTo>
                <a:lnTo>
                  <a:pt x="19636" y="21600"/>
                </a:lnTo>
                <a:cubicBezTo>
                  <a:pt x="20719" y="21600"/>
                  <a:pt x="21600" y="20719"/>
                  <a:pt x="21600" y="19636"/>
                </a:cubicBezTo>
                <a:lnTo>
                  <a:pt x="21600" y="1964"/>
                </a:lnTo>
                <a:cubicBezTo>
                  <a:pt x="21600" y="881"/>
                  <a:pt x="20719" y="0"/>
                  <a:pt x="19636" y="0"/>
                </a:cubicBezTo>
                <a:close/>
                <a:moveTo>
                  <a:pt x="18020" y="6932"/>
                </a:moveTo>
                <a:lnTo>
                  <a:pt x="9530" y="15421"/>
                </a:lnTo>
                <a:cubicBezTo>
                  <a:pt x="9339" y="15613"/>
                  <a:pt x="9087" y="15709"/>
                  <a:pt x="8836" y="15709"/>
                </a:cubicBezTo>
                <a:cubicBezTo>
                  <a:pt x="8585" y="15709"/>
                  <a:pt x="8334" y="15613"/>
                  <a:pt x="8142" y="15421"/>
                </a:cubicBezTo>
                <a:lnTo>
                  <a:pt x="3580" y="10859"/>
                </a:lnTo>
                <a:cubicBezTo>
                  <a:pt x="3388" y="10668"/>
                  <a:pt x="3388" y="10357"/>
                  <a:pt x="3580" y="10165"/>
                </a:cubicBezTo>
                <a:lnTo>
                  <a:pt x="4274" y="9471"/>
                </a:lnTo>
                <a:cubicBezTo>
                  <a:pt x="4466" y="9279"/>
                  <a:pt x="4777" y="9279"/>
                  <a:pt x="4968" y="9471"/>
                </a:cubicBezTo>
                <a:lnTo>
                  <a:pt x="8836" y="13339"/>
                </a:lnTo>
                <a:lnTo>
                  <a:pt x="16631" y="5544"/>
                </a:lnTo>
                <a:cubicBezTo>
                  <a:pt x="16823" y="5352"/>
                  <a:pt x="17134" y="5352"/>
                  <a:pt x="17326" y="5544"/>
                </a:cubicBezTo>
                <a:lnTo>
                  <a:pt x="18020" y="6238"/>
                </a:lnTo>
                <a:cubicBezTo>
                  <a:pt x="18211" y="6430"/>
                  <a:pt x="18211" y="6740"/>
                  <a:pt x="18020" y="6932"/>
                </a:cubicBezTo>
                <a:close/>
              </a:path>
            </a:pathLst>
          </a:custGeom>
          <a:solidFill>
            <a:srgbClr val="1C3541"/>
          </a:solidFill>
          <a:ln w="12700">
            <a:miter lim="400000"/>
          </a:ln>
        </p:spPr>
        <p:txBody>
          <a:bodyPr lIns="17145" rIns="17145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6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45" name="Line">
            <a:extLst>
              <a:ext uri="{FF2B5EF4-FFF2-40B4-BE49-F238E27FC236}">
                <a16:creationId xmlns:a16="http://schemas.microsoft.com/office/drawing/2014/main" id="{835C3B0B-9439-3F4D-B2D7-1B883B37E5E4}"/>
              </a:ext>
            </a:extLst>
          </p:cNvPr>
          <p:cNvSpPr/>
          <p:nvPr/>
        </p:nvSpPr>
        <p:spPr>
          <a:xfrm flipH="1">
            <a:off x="630734" y="1822725"/>
            <a:ext cx="7888762" cy="0"/>
          </a:xfrm>
          <a:prstGeom prst="line">
            <a:avLst/>
          </a:prstGeom>
          <a:ln w="12700">
            <a:solidFill>
              <a:srgbClr val="1C3541"/>
            </a:solidFill>
          </a:ln>
        </p:spPr>
        <p:txBody>
          <a:bodyPr lIns="17144" tIns="17144" rIns="17144" bIns="17144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986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1">
            <a:extLst>
              <a:ext uri="{FF2B5EF4-FFF2-40B4-BE49-F238E27FC236}">
                <a16:creationId xmlns:a16="http://schemas.microsoft.com/office/drawing/2014/main" id="{F8D1607B-5ECC-1E42-AF80-5B34C5917A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8800" y="2163600"/>
            <a:ext cx="3868463" cy="461962"/>
          </a:xfrm>
        </p:spPr>
        <p:txBody>
          <a:bodyPr/>
          <a:lstStyle/>
          <a:p>
            <a:r>
              <a:rPr lang="en-GB" dirty="0"/>
              <a:t>BACKUP SLIDE</a:t>
            </a:r>
            <a:endParaRPr lang="en-GB" sz="2500" dirty="0"/>
          </a:p>
        </p:txBody>
      </p:sp>
      <p:sp>
        <p:nvSpPr>
          <p:cNvPr id="7" name="Segnaposto testo 2">
            <a:extLst>
              <a:ext uri="{FF2B5EF4-FFF2-40B4-BE49-F238E27FC236}">
                <a16:creationId xmlns:a16="http://schemas.microsoft.com/office/drawing/2014/main" id="{C93124B3-637C-4248-8361-6A14201BC3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59571" y="2631668"/>
            <a:ext cx="3868463" cy="461962"/>
          </a:xfrm>
        </p:spPr>
        <p:txBody>
          <a:bodyPr/>
          <a:lstStyle/>
          <a:p>
            <a:r>
              <a:rPr lang="en-GB" dirty="0"/>
              <a:t>SUBTITLE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2373FCFF-6FF4-8343-A973-3F1092F28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8497" y="224020"/>
            <a:ext cx="1774013" cy="29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053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testo 1">
            <a:extLst>
              <a:ext uri="{FF2B5EF4-FFF2-40B4-BE49-F238E27FC236}">
                <a16:creationId xmlns:a16="http://schemas.microsoft.com/office/drawing/2014/main" id="{E5781201-D289-C64C-9D48-0F2632A03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500" dirty="0"/>
              <a:t>PRES TITLE</a:t>
            </a:r>
          </a:p>
        </p:txBody>
      </p:sp>
      <p:sp>
        <p:nvSpPr>
          <p:cNvPr id="14" name="Segnaposto testo 2">
            <a:extLst>
              <a:ext uri="{FF2B5EF4-FFF2-40B4-BE49-F238E27FC236}">
                <a16:creationId xmlns:a16="http://schemas.microsoft.com/office/drawing/2014/main" id="{8B8A36C1-2E17-C34D-9E61-BAA788AF81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MULTIROLE</a:t>
            </a:r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E8A07342-4EFF-0C49-8580-D87CF509CB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City, Data</a:t>
            </a:r>
          </a:p>
        </p:txBody>
      </p:sp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616BFE43-BBE6-E141-9372-F5902AC8C2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8497" y="224020"/>
            <a:ext cx="1774013" cy="29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910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AC05F999-E2B2-3940-84C5-DAB22670CD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PRES TITLE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B602CFE-168D-5046-9753-91D34C7479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20A8885-CEA9-9F41-9DAD-39E409A520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City, Data</a:t>
            </a:r>
          </a:p>
          <a:p>
            <a:endParaRPr lang="en-GB" dirty="0"/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7B31C965-44A7-224F-918F-513CC97BBB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8497" y="224020"/>
            <a:ext cx="1774013" cy="29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27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36994D3D-09A4-CB4E-8218-8BF91E2B7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8497" y="224020"/>
            <a:ext cx="1774013" cy="298012"/>
          </a:xfrm>
          <a:prstGeom prst="rect">
            <a:avLst/>
          </a:prstGeom>
        </p:spPr>
      </p:pic>
      <p:sp>
        <p:nvSpPr>
          <p:cNvPr id="14" name="Segnaposto testo 1">
            <a:extLst>
              <a:ext uri="{FF2B5EF4-FFF2-40B4-BE49-F238E27FC236}">
                <a16:creationId xmlns:a16="http://schemas.microsoft.com/office/drawing/2014/main" id="{A83A6538-F115-9044-8C16-0F551F5D3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500" dirty="0"/>
              <a:t>PRES TITLE</a:t>
            </a:r>
          </a:p>
        </p:txBody>
      </p:sp>
      <p:sp>
        <p:nvSpPr>
          <p:cNvPr id="15" name="Segnaposto testo 2">
            <a:extLst>
              <a:ext uri="{FF2B5EF4-FFF2-40B4-BE49-F238E27FC236}">
                <a16:creationId xmlns:a16="http://schemas.microsoft.com/office/drawing/2014/main" id="{834DC085-59AB-B94B-B3CB-026C2771E9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ARMOURED</a:t>
            </a:r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BE82FA3F-699F-324F-A459-0A7DB3E121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City, Data</a:t>
            </a:r>
          </a:p>
        </p:txBody>
      </p:sp>
    </p:spTree>
    <p:extLst>
      <p:ext uri="{BB962C8B-B14F-4D97-AF65-F5344CB8AC3E}">
        <p14:creationId xmlns:p14="http://schemas.microsoft.com/office/powerpoint/2010/main" val="2804204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6F7CDB0A-C8F1-C745-A4F7-A7C2644508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TITLE PRESENTATION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2F05F75-8A0E-5E4A-AB20-F9F9CE960F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ARMOURED</a:t>
            </a:r>
          </a:p>
          <a:p>
            <a:endParaRPr lang="en-GB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5E5411A-3582-4141-8042-F15975A715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City, Data</a:t>
            </a:r>
          </a:p>
          <a:p>
            <a:endParaRPr lang="en-GB" dirty="0"/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83BBA1B0-FBD6-594B-BFFA-C45F6A9FD6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8497" y="224020"/>
            <a:ext cx="1774013" cy="29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814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7D3E5B85-B8D7-1443-BCC3-9C479FEEA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8497" y="224020"/>
            <a:ext cx="1774013" cy="298012"/>
          </a:xfrm>
          <a:prstGeom prst="rect">
            <a:avLst/>
          </a:prstGeom>
        </p:spPr>
      </p:pic>
      <p:sp>
        <p:nvSpPr>
          <p:cNvPr id="12" name="Segnaposto testo 20">
            <a:extLst>
              <a:ext uri="{FF2B5EF4-FFF2-40B4-BE49-F238E27FC236}">
                <a16:creationId xmlns:a16="http://schemas.microsoft.com/office/drawing/2014/main" id="{970EE2D6-E602-C945-81FA-F1CB49BAD1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lIns="0" tIns="0" rIns="0" bIns="0">
            <a:noAutofit/>
          </a:bodyPr>
          <a:lstStyle>
            <a:lvl1pPr marL="0" indent="0">
              <a:buNone/>
              <a:defRPr sz="2500" b="1" i="0" cap="all" spc="-50" baseline="0">
                <a:solidFill>
                  <a:schemeClr val="bg1"/>
                </a:solidFill>
                <a:latin typeface="Gill Sans MT" panose="020B0502020104020203" pitchFamily="34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Title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presentation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egnaposto testo 20">
            <a:extLst>
              <a:ext uri="{FF2B5EF4-FFF2-40B4-BE49-F238E27FC236}">
                <a16:creationId xmlns:a16="http://schemas.microsoft.com/office/drawing/2014/main" id="{ED3ED4F8-4014-C54E-9DEA-7D1B1721AB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/>
        <p:txBody>
          <a:bodyPr lIns="0" tIns="0" rIns="0" bIns="0">
            <a:noAutofit/>
          </a:bodyPr>
          <a:lstStyle>
            <a:lvl1pPr marL="0" indent="0">
              <a:buNone/>
              <a:defRPr sz="1800" b="0" i="0" cap="all" spc="-50" baseline="0">
                <a:solidFill>
                  <a:schemeClr val="bg1"/>
                </a:solidFill>
                <a:latin typeface="Gill Sans MT" panose="020B0502020104020203" pitchFamily="34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TRUCKS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AA19CBA6-E2FD-9045-885B-0DBBF20448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City, Data</a:t>
            </a:r>
          </a:p>
        </p:txBody>
      </p:sp>
    </p:spTree>
    <p:extLst>
      <p:ext uri="{BB962C8B-B14F-4D97-AF65-F5344CB8AC3E}">
        <p14:creationId xmlns:p14="http://schemas.microsoft.com/office/powerpoint/2010/main" val="2896298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1">
            <a:extLst>
              <a:ext uri="{FF2B5EF4-FFF2-40B4-BE49-F238E27FC236}">
                <a16:creationId xmlns:a16="http://schemas.microsoft.com/office/drawing/2014/main" id="{0793038F-F5F5-A847-8DEE-ED093AAEFE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500" dirty="0"/>
              <a:t>PRES TITLE</a:t>
            </a:r>
          </a:p>
        </p:txBody>
      </p:sp>
      <p:sp>
        <p:nvSpPr>
          <p:cNvPr id="6" name="Segnaposto testo 2">
            <a:extLst>
              <a:ext uri="{FF2B5EF4-FFF2-40B4-BE49-F238E27FC236}">
                <a16:creationId xmlns:a16="http://schemas.microsoft.com/office/drawing/2014/main" id="{7C7D10ED-8D41-704A-88FC-586BDA712E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CUSTOMER</a:t>
            </a: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EF2D042E-1E7A-0D40-BBB8-D3946052E78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City, Data</a:t>
            </a:r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C362DD9E-680D-5442-BF61-EBF004F14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8497" y="224020"/>
            <a:ext cx="1774013" cy="29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811508"/>
      </p:ext>
    </p:extLst>
  </p:cSld>
  <p:clrMapOvr>
    <a:masterClrMapping/>
  </p:clrMapOvr>
</p:sld>
</file>

<file path=ppt/theme/theme1.xml><?xml version="1.0" encoding="utf-8"?>
<a:theme xmlns:a="http://schemas.openxmlformats.org/drawingml/2006/main" name="4_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C40FF56246C148AFA3E2DEAFF0F6FD" ma:contentTypeVersion="34" ma:contentTypeDescription="Create a new document." ma:contentTypeScope="" ma:versionID="970b1eaf141c8eda7d651b359dc4eb43">
  <xsd:schema xmlns:xsd="http://www.w3.org/2001/XMLSchema" xmlns:xs="http://www.w3.org/2001/XMLSchema" xmlns:p="http://schemas.microsoft.com/office/2006/metadata/properties" xmlns:ns2="ff577879-4a38-47a6-9418-4b88430d62ca" xmlns:ns3="240c06c4-b6af-40d0-b671-31435f0167cd" targetNamespace="http://schemas.microsoft.com/office/2006/metadata/properties" ma:root="true" ma:fieldsID="dfd237f2a78f77a2199ac70b8697d3c9" ns2:_="" ns3:_="">
    <xsd:import namespace="ff577879-4a38-47a6-9418-4b88430d62ca"/>
    <xsd:import namespace="240c06c4-b6af-40d0-b671-31435f0167cd"/>
    <xsd:element name="properties">
      <xsd:complexType>
        <xsd:sequence>
          <xsd:element name="documentManagement">
            <xsd:complexType>
              <xsd:all>
                <xsd:element ref="ns2:B2EBrands_Business" minOccurs="0"/>
                <xsd:element ref="ns2:B2EMaterials" minOccurs="0"/>
                <xsd:element ref="ns2:B2ECountry" minOccurs="0"/>
                <xsd:element ref="ns3:cd74c97dc8d049cb8db42e7f4c772903" minOccurs="0"/>
                <xsd:element ref="ns3:B2ECategory" minOccurs="0"/>
                <xsd:element ref="ns3:B2EPosition" minOccurs="0"/>
                <xsd:element ref="ns3:B2ESection" minOccurs="0"/>
                <xsd:element ref="ns3:TaxCatchAll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3:o59c8fb4f2264741a1f30fedb02ad34d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577879-4a38-47a6-9418-4b88430d62ca" elementFormDefault="qualified">
    <xsd:import namespace="http://schemas.microsoft.com/office/2006/documentManagement/types"/>
    <xsd:import namespace="http://schemas.microsoft.com/office/infopath/2007/PartnerControls"/>
    <xsd:element name="B2EBrands_Business" ma:index="4" nillable="true" ma:displayName="B2EBrands_Business" ma:internalName="B2EBrands_Business" ma:readOnly="false">
      <xsd:simpleType>
        <xsd:restriction base="dms:Text">
          <xsd:maxLength value="255"/>
        </xsd:restriction>
      </xsd:simpleType>
    </xsd:element>
    <xsd:element name="B2EMaterials" ma:index="5" nillable="true" ma:displayName="B2EMaterials" ma:internalName="B2EMaterials" ma:readOnly="false">
      <xsd:simpleType>
        <xsd:restriction base="dms:Text">
          <xsd:maxLength value="255"/>
        </xsd:restriction>
      </xsd:simpleType>
    </xsd:element>
    <xsd:element name="B2ECountry" ma:index="6" nillable="true" ma:displayName="B2ECountry" ma:internalName="B2ECountry" ma:readOnly="false">
      <xsd:simpleType>
        <xsd:restriction base="dms:Text">
          <xsd:maxLength value="255"/>
        </xsd:restriction>
      </xsd:simpleType>
    </xsd:element>
    <xsd:element name="MediaServiceMetadata" ma:index="17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8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6ec0caf5-e0c2-4b30-8768-d3860fe40e4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0c06c4-b6af-40d0-b671-31435f0167cd" elementFormDefault="qualified">
    <xsd:import namespace="http://schemas.microsoft.com/office/2006/documentManagement/types"/>
    <xsd:import namespace="http://schemas.microsoft.com/office/infopath/2007/PartnerControls"/>
    <xsd:element name="cd74c97dc8d049cb8db42e7f4c772903" ma:index="8" nillable="true" ma:taxonomy="true" ma:internalName="cd74c97dc8d049cb8db42e7f4c772903" ma:taxonomyFieldName="B2EAudience" ma:displayName="B2EAudience" ma:readOnly="false" ma:default="565;#Searchable|80cf1064-c633-49ed-9843-4a18cbe9843e" ma:fieldId="{cd74c97d-c8d0-49cb-8db4-2e7f4c772903}" ma:taxonomyMulti="true" ma:sspId="6ec0caf5-e0c2-4b30-8768-d3860fe40e49" ma:termSetId="9da1688e-c6eb-4e90-8a12-9cdb6d20ff5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2ECategory" ma:index="9" nillable="true" ma:displayName="B2ECategory" ma:internalName="B2ECategory" ma:readOnly="false">
      <xsd:simpleType>
        <xsd:restriction base="dms:Text">
          <xsd:maxLength value="255"/>
        </xsd:restriction>
      </xsd:simpleType>
    </xsd:element>
    <xsd:element name="B2EPosition" ma:index="10" nillable="true" ma:displayName="B2EPosition" ma:decimals="0" ma:internalName="B2EPosition" ma:readOnly="false" ma:percentage="FALSE">
      <xsd:simpleType>
        <xsd:restriction base="dms:Number"/>
      </xsd:simpleType>
    </xsd:element>
    <xsd:element name="B2ESection" ma:index="11" nillable="true" ma:displayName="B2ESection" ma:internalName="B2ESection" ma:readOnly="false">
      <xsd:simpleType>
        <xsd:restriction base="dms:Text"/>
      </xsd:simpleType>
    </xsd:element>
    <xsd:element name="TaxCatchAll" ma:index="16" nillable="true" ma:displayName="Taxonomy Catch All Column" ma:hidden="true" ma:list="{03ffd4bf-ac96-4e8c-a9ef-21b91835a1bf}" ma:internalName="TaxCatchAll" ma:showField="CatchAllData" ma:web="240c06c4-b6af-40d0-b671-31435f0167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59c8fb4f2264741a1f30fedb02ad34d" ma:index="29" nillable="true" ma:taxonomy="true" ma:internalName="o59c8fb4f2264741a1f30fedb02ad34d" ma:taxonomyFieldName="B2EAudienceExclude" ma:displayName="B2EAudienceExclude" ma:readOnly="false" ma:fieldId="{859c8fb4-f226-4741-a1f3-0fedb02ad34d}" ma:taxonomyMulti="true" ma:sspId="6ec0caf5-e0c2-4b30-8768-d3860fe40e49" ma:termSetId="9da1688e-c6eb-4e90-8a12-9cdb6d20ff5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2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40c06c4-b6af-40d0-b671-31435f0167cd">
      <Value>671</Value>
      <Value>565</Value>
      <Value>673</Value>
    </TaxCatchAll>
    <B2EMaterials xmlns="ff577879-4a38-47a6-9418-4b88430d62ca">PPT-Templates</B2EMaterials>
    <B2ECountry xmlns="ff577879-4a38-47a6-9418-4b88430d62ca" xsi:nil="true"/>
    <B2EPosition xmlns="240c06c4-b6af-40d0-b671-31435f0167cd" xsi:nil="true"/>
    <B2ESection xmlns="240c06c4-b6af-40d0-b671-31435f0167cd" xsi:nil="true"/>
    <B2ECategory xmlns="240c06c4-b6af-40d0-b671-31435f0167cd" xsi:nil="true"/>
    <cd74c97dc8d049cb8db42e7f4c772903 xmlns="240c06c4-b6af-40d0-b671-31435f0167cd">
      <Terms xmlns="http://schemas.microsoft.com/office/infopath/2007/PartnerControls">
        <TermInfo xmlns="http://schemas.microsoft.com/office/infopath/2007/PartnerControls">
          <TermName xmlns="http://schemas.microsoft.com/office/infopath/2007/PartnerControls">Searchable</TermName>
          <TermId xmlns="http://schemas.microsoft.com/office/infopath/2007/PartnerControls">80cf1064-c633-49ed-9843-4a18cbe9843e</TermId>
        </TermInfo>
      </Terms>
    </cd74c97dc8d049cb8db42e7f4c772903>
    <B2EBrands_Business xmlns="ff577879-4a38-47a6-9418-4b88430d62ca">IVD</B2EBrands_Business>
    <lcf76f155ced4ddcb4097134ff3c332f xmlns="ff577879-4a38-47a6-9418-4b88430d62ca">
      <Terms xmlns="http://schemas.microsoft.com/office/infopath/2007/PartnerControls"/>
    </lcf76f155ced4ddcb4097134ff3c332f>
    <o59c8fb4f2264741a1f30fedb02ad34d xmlns="240c06c4-b6af-40d0-b671-31435f0167cd">
      <Terms xmlns="http://schemas.microsoft.com/office/infopath/2007/PartnerControls">
        <TermInfo xmlns="http://schemas.microsoft.com/office/infopath/2007/PartnerControls">
          <TermName xmlns="http://schemas.microsoft.com/office/infopath/2007/PartnerControls">Italy Operai</TermName>
          <TermId xmlns="http://schemas.microsoft.com/office/infopath/2007/PartnerControls">14df4c90-42a6-4caa-8183-1341dcd3e3f4</TermId>
        </TermInfo>
        <TermInfo xmlns="http://schemas.microsoft.com/office/infopath/2007/PartnerControls">
          <TermName xmlns="http://schemas.microsoft.com/office/infopath/2007/PartnerControls">Spain Non Office</TermName>
          <TermId xmlns="http://schemas.microsoft.com/office/infopath/2007/PartnerControls">d83c3692-7192-4fb1-96fa-543cbab973f4</TermId>
        </TermInfo>
      </Terms>
    </o59c8fb4f2264741a1f30fedb02ad34d>
  </documentManagement>
</p:properties>
</file>

<file path=customXml/itemProps1.xml><?xml version="1.0" encoding="utf-8"?>
<ds:datastoreItem xmlns:ds="http://schemas.openxmlformats.org/officeDocument/2006/customXml" ds:itemID="{7266B603-4E93-4685-968E-39D8327AE731}"/>
</file>

<file path=customXml/itemProps2.xml><?xml version="1.0" encoding="utf-8"?>
<ds:datastoreItem xmlns:ds="http://schemas.openxmlformats.org/officeDocument/2006/customXml" ds:itemID="{1909551C-1243-4980-ADF5-5BACCAA0FC5D}"/>
</file>

<file path=customXml/itemProps3.xml><?xml version="1.0" encoding="utf-8"?>
<ds:datastoreItem xmlns:ds="http://schemas.openxmlformats.org/officeDocument/2006/customXml" ds:itemID="{3936AD4B-BED7-401A-AE12-C43B3857369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922</TotalTime>
  <Words>444</Words>
  <Application>Microsoft Macintosh PowerPoint</Application>
  <PresentationFormat>Presentazione su schermo (16:9)</PresentationFormat>
  <Paragraphs>195</Paragraphs>
  <Slides>22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30" baseType="lpstr">
      <vt:lpstr>.Hiragino Kaku Gothic Interface W3</vt:lpstr>
      <vt:lpstr>Arial</vt:lpstr>
      <vt:lpstr>Calibri</vt:lpstr>
      <vt:lpstr>Calibri Light</vt:lpstr>
      <vt:lpstr>Font di sistema regolare</vt:lpstr>
      <vt:lpstr>Gill Sans MT</vt:lpstr>
      <vt:lpstr>Verdana</vt:lpstr>
      <vt:lpstr>4_Tema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Office BTSADV</dc:creator>
  <cp:lastModifiedBy>Office BTSADV</cp:lastModifiedBy>
  <cp:revision>226</cp:revision>
  <cp:lastPrinted>2022-02-16T15:45:00Z</cp:lastPrinted>
  <dcterms:created xsi:type="dcterms:W3CDTF">2021-11-15T13:53:18Z</dcterms:created>
  <dcterms:modified xsi:type="dcterms:W3CDTF">2022-05-27T10:19:27Z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0x01010019C40FF56246C148AFA3E2DEAFF0F6FD</vt:lpwstr>
  </property>
  <property fmtid="{D5CDD505-2E9C-101B-9397-08002B2CF9AE}" pid="3" name="B2EAudience">
    <vt:lpwstr>565;#Searchable|80cf1064-c633-49ed-9843-4a18cbe9843e</vt:lpwstr>
  </property>
  <property fmtid="{D5CDD505-2E9C-101B-9397-08002B2CF9AE}" pid="4" name="MediaServiceImageTags">
    <vt:lpwstr/>
  </property>
  <property fmtid="{D5CDD505-2E9C-101B-9397-08002B2CF9AE}" pid="5" name="_ExtendedDescription">
    <vt:lpwstr/>
  </property>
  <property fmtid="{D5CDD505-2E9C-101B-9397-08002B2CF9AE}" pid="6" name="B2EAudienceExclude">
    <vt:lpwstr>671;#Italy Operai|14df4c90-42a6-4caa-8183-1341dcd3e3f4;#673;#Spain Non Office|d83c3692-7192-4fb1-96fa-543cbab973f4</vt:lpwstr>
  </property>
</Properties>
</file>