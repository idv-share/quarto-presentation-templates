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41" d="100"/>
          <a:sy n="141" d="100"/>
        </p:scale>
        <p:origin x="732" y="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Layouts/_rels/slideLayout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11.svg"/><Relationship Id="rId9" Type="http://schemas.openxmlformats.org/officeDocument/2006/relationships/image" Target="../media/image1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6781" y="1989044"/>
            <a:ext cx="3935507" cy="688181"/>
          </a:xfrm>
        </p:spPr>
        <p:txBody>
          <a:bodyPr>
            <a:normAutofit/>
          </a:bodyPr>
          <a:lstStyle>
            <a:lvl1pPr>
              <a:defRPr lang="en-US" sz="2500" b="1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6779" y="2679608"/>
            <a:ext cx="3935506" cy="614922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b="0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34036" y="4149958"/>
            <a:ext cx="2133600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pic>
        <p:nvPicPr>
          <p:cNvPr id="7" name="Elemento grafico 11">
            <a:extLst>
              <a:ext uri="{FF2B5EF4-FFF2-40B4-BE49-F238E27FC236}">
                <a16:creationId xmlns:a16="http://schemas.microsoft.com/office/drawing/2014/main" id="{9BD8C4D5-9D84-1199-4FDD-40112FB67C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571" y="4355543"/>
            <a:ext cx="1485900" cy="53340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0346D8C-2102-A43C-FC31-4D40A15B5CB4}"/>
              </a:ext>
            </a:extLst>
          </p:cNvPr>
          <p:cNvSpPr/>
          <p:nvPr userDrawn="1"/>
        </p:nvSpPr>
        <p:spPr>
          <a:xfrm>
            <a:off x="928800" y="4769573"/>
            <a:ext cx="364320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500" b="0" baseline="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</a:t>
            </a:r>
            <a:b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use of this work without express written consent is strictly prohibited.</a:t>
            </a:r>
            <a:endParaRPr lang="it-IT" sz="500" b="0" baseline="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12">
            <a:extLst>
              <a:ext uri="{FF2B5EF4-FFF2-40B4-BE49-F238E27FC236}">
                <a16:creationId xmlns:a16="http://schemas.microsoft.com/office/drawing/2014/main" id="{BA18EA92-F8E5-C52E-9C9C-5E5C97C66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1129" t="71409" r="4829" b="813"/>
          <a:stretch/>
        </p:blipFill>
        <p:spPr>
          <a:xfrm>
            <a:off x="-1" y="0"/>
            <a:ext cx="7684923" cy="11140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477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08EE743-5578-8ABD-190F-2782C937F2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121" t="15217" r="48908" b="-85"/>
          <a:stretch/>
        </p:blipFill>
        <p:spPr>
          <a:xfrm>
            <a:off x="5778795" y="0"/>
            <a:ext cx="3365206" cy="53168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pic>
        <p:nvPicPr>
          <p:cNvPr id="8" name="Immagine 23">
            <a:extLst>
              <a:ext uri="{FF2B5EF4-FFF2-40B4-BE49-F238E27FC236}">
                <a16:creationId xmlns:a16="http://schemas.microsoft.com/office/drawing/2014/main" id="{C50DC5AC-2748-443C-AB42-431D28FF3AB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6257D1BA-95EF-36CF-60BF-3FDC5C5D00C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9615" y="4764725"/>
            <a:ext cx="787427" cy="28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28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Warning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73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586" y="2141394"/>
            <a:ext cx="7148058" cy="600571"/>
          </a:xfrm>
        </p:spPr>
        <p:txBody>
          <a:bodyPr anchor="t">
            <a:normAutofit/>
          </a:bodyPr>
          <a:lstStyle>
            <a:lvl1pPr algn="l">
              <a:defRPr sz="2700" b="1" cap="all">
                <a:solidFill>
                  <a:schemeClr val="bg1"/>
                </a:solidFill>
                <a:latin typeface="Gill Sans MT" panose="020B05020201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Elemento grafico 12">
            <a:extLst>
              <a:ext uri="{FF2B5EF4-FFF2-40B4-BE49-F238E27FC236}">
                <a16:creationId xmlns:a16="http://schemas.microsoft.com/office/drawing/2014/main" id="{F17577F1-7555-BD1F-1A6B-B6D5752CB0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9" name="Elemento grafico 12">
            <a:extLst>
              <a:ext uri="{FF2B5EF4-FFF2-40B4-BE49-F238E27FC236}">
                <a16:creationId xmlns:a16="http://schemas.microsoft.com/office/drawing/2014/main" id="{0A152FBC-C550-B259-4C04-692B7DCB61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Subtitle 7">
            <a:extLst>
              <a:ext uri="{FF2B5EF4-FFF2-40B4-BE49-F238E27FC236}">
                <a16:creationId xmlns:a16="http://schemas.microsoft.com/office/drawing/2014/main" id="{941A5237-8E4C-3DFA-2EF7-A11F587D866B}"/>
              </a:ext>
            </a:extLst>
          </p:cNvPr>
          <p:cNvSpPr>
            <a:spLocks noGrp="1"/>
          </p:cNvSpPr>
          <p:nvPr>
            <p:ph type="subTitle" sz="quarter" idx="13" hasCustomPrompt="1"/>
          </p:nvPr>
        </p:nvSpPr>
        <p:spPr>
          <a:xfrm>
            <a:off x="410586" y="2741965"/>
            <a:ext cx="6858000" cy="6005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Gill Sans MT" panose="020B05020201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4053F5D-6FBA-B899-9B82-B9093E33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B17D917-DE37-B43C-7F01-65FA3EFC8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9F82B8D-4817-A7B5-4F64-C4759646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CF31D4D2-E363-A78C-8913-15F3E3370214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32BBB0A4-C2F9-037C-6119-FF7F3FA08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2D0E2072-C9D7-33F0-3DFC-13CA3EC58B1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F71F15-28F7-2AFB-0561-2D46D21B7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F417543-5403-66B4-114C-C61D3E3D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569722-D13A-FAEB-EF02-14F587C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Parallelogramma 2">
            <a:extLst>
              <a:ext uri="{FF2B5EF4-FFF2-40B4-BE49-F238E27FC236}">
                <a16:creationId xmlns:a16="http://schemas.microsoft.com/office/drawing/2014/main" id="{AC03D3AC-E5B5-95C7-A86D-FD289496803A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B933EBF0-BADB-3E7C-66CF-B790AB765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6" name="Elemento grafico 12">
            <a:extLst>
              <a:ext uri="{FF2B5EF4-FFF2-40B4-BE49-F238E27FC236}">
                <a16:creationId xmlns:a16="http://schemas.microsoft.com/office/drawing/2014/main" id="{C8DBE63A-E31E-9A69-8551-82FE08EF74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E3EC6A0-D5A9-CC66-04AC-E97B0756C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2FD283-0D8C-247C-BFEE-0557A57D0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295D990-0D11-8908-CEE7-6341D59A8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E4E96EC6-8C16-AD08-B5CC-42EA0E074883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F55914E5-41BA-EA8A-5F1F-C536A10276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0A051D5-039F-729C-5875-8BBE30941E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D7B9609-DC00-77FF-632B-7CA52E33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05F8820-21D2-6E53-F11B-4CA5D1C1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CC60FB-7990-54EA-6BB4-606E079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arallelogramma 2">
            <a:extLst>
              <a:ext uri="{FF2B5EF4-FFF2-40B4-BE49-F238E27FC236}">
                <a16:creationId xmlns:a16="http://schemas.microsoft.com/office/drawing/2014/main" id="{49178459-9719-952D-4A27-E1245857E1AF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Elemento grafico 12">
            <a:extLst>
              <a:ext uri="{FF2B5EF4-FFF2-40B4-BE49-F238E27FC236}">
                <a16:creationId xmlns:a16="http://schemas.microsoft.com/office/drawing/2014/main" id="{97E1874D-7F98-C200-DCF7-5E015D5E7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6379446F-01C4-1936-E5C7-F9E77487A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F14B97-C2FE-7D33-9A73-677B703E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32B988-C56E-F0AF-F481-B574EF28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4EFD85F-D1A3-B572-A964-D66D5315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7FF921D1-45FA-CE70-0986-8EB744FD95DB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5AE21E-E18B-108B-E72F-659F4F310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C8716C98-9F5F-F26D-D209-A8032004E5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5C1476F-4732-ED78-4526-CECED718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0E4D274-C795-B39D-7EA8-FFEF6000E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79458C-2C26-414F-9200-78F5E3EA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6F872A0E-7A24-4FD6-6A77-E262CF3B0F15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AD1457DD-5E30-B555-63A0-DDAA5E25DC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A73825D5-E8F5-931F-AAE4-110470B223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F5C7BAF-E8DA-2864-BFF7-17DD2169EA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F96C2D0-8F28-04A9-CEC0-F21F6C30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43EBC32-B0E5-6EB2-3B17-03D20D6F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C8979126-E94B-EFA9-8900-637469B88816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CA3C993-87F9-95D3-5728-908A668B6B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553EAF32-EDEE-38DC-D093-B5E1B06F8B8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05979"/>
            <a:ext cx="2057400" cy="4388644"/>
          </a:xfrm>
        </p:spPr>
        <p:txBody>
          <a:bodyPr vert="eaVert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853B47-A73B-7DD5-78CA-F403E3F0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DF63EFB-6751-8738-21EA-828816323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FC8868B-4891-31D4-F7F1-466D4E24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AB5AC9D7-3018-15A0-DE05-C85AF99FFB0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FF37CFE0-74E1-426A-3A8E-A080341BD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B37990A3-E0A4-5F6D-85D6-D001FA952A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388988b-4d1e-4dd8-9be1-c24250b79f5d}" enabled="1" method="Standard" siteId="{8c5c6269-8307-4f2e-959c-df03fffca4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matteo.larcher@idvgroup.com</dc:creator>
  <cp:lastModifiedBy>LARCHER MATTEO (IDV Group)</cp:lastModifiedBy>
  <cp:revision>18</cp:revision>
  <dcterms:created xsi:type="dcterms:W3CDTF">2017-06-05T14:10:58Z</dcterms:created>
  <dcterms:modified xsi:type="dcterms:W3CDTF">2026-02-07T22:30:31Z</dcterms:modified>
</cp:coreProperties>
</file>