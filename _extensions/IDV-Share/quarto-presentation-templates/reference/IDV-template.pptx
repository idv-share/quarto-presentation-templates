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C99BD7-623F-4809-B01E-CFB7750E2573}" v="11" dt="2026-02-16T23:49:20.0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17" autoAdjust="0"/>
    <p:restoredTop sz="94705" autoAdjust="0"/>
  </p:normalViewPr>
  <p:slideViewPr>
    <p:cSldViewPr snapToGrid="0" snapToObjects="1">
      <p:cViewPr varScale="1">
        <p:scale>
          <a:sx n="141" d="100"/>
          <a:sy n="141" d="100"/>
        </p:scale>
        <p:origin x="2632" y="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86" d="100"/>
          <a:sy n="186" d="100"/>
        </p:scale>
        <p:origin x="8040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CHER MATTEO (IDV Group)" userId="db0184d6-40e4-497e-a5fe-b974eecd6a99" providerId="ADAL" clId="{C0C99BD7-623F-4809-B01E-CFB7750E2573}"/>
    <pc:docChg chg="custSel modMainMaster">
      <pc:chgData name="LARCHER MATTEO (IDV Group)" userId="db0184d6-40e4-497e-a5fe-b974eecd6a99" providerId="ADAL" clId="{C0C99BD7-623F-4809-B01E-CFB7750E2573}" dt="2026-02-16T23:49:20.002" v="61"/>
      <pc:docMkLst>
        <pc:docMk/>
      </pc:docMkLst>
      <pc:sldMasterChg chg="modSldLayout">
        <pc:chgData name="LARCHER MATTEO (IDV Group)" userId="db0184d6-40e4-497e-a5fe-b974eecd6a99" providerId="ADAL" clId="{C0C99BD7-623F-4809-B01E-CFB7750E2573}" dt="2026-02-16T23:49:20.002" v="61"/>
        <pc:sldMasterMkLst>
          <pc:docMk/>
          <pc:sldMasterMk cId="3676200875" sldId="2147483648"/>
        </pc:sldMasterMkLst>
        <pc:sldLayoutChg chg="modSp mod">
          <pc:chgData name="LARCHER MATTEO (IDV Group)" userId="db0184d6-40e4-497e-a5fe-b974eecd6a99" providerId="ADAL" clId="{C0C99BD7-623F-4809-B01E-CFB7750E2573}" dt="2026-02-16T23:47:14.802" v="24" actId="1038"/>
          <pc:sldLayoutMkLst>
            <pc:docMk/>
            <pc:sldMasterMk cId="3676200875" sldId="2147483648"/>
            <pc:sldLayoutMk cId="1444357513" sldId="2147483649"/>
          </pc:sldLayoutMkLst>
          <pc:spChg chg="mod">
            <ac:chgData name="LARCHER MATTEO (IDV Group)" userId="db0184d6-40e4-497e-a5fe-b974eecd6a99" providerId="ADAL" clId="{C0C99BD7-623F-4809-B01E-CFB7750E2573}" dt="2026-02-16T23:47:14.802" v="24" actId="1038"/>
            <ac:spMkLst>
              <pc:docMk/>
              <pc:sldMasterMk cId="3676200875" sldId="2147483648"/>
              <pc:sldLayoutMk cId="1444357513" sldId="2147483649"/>
              <ac:spMk id="3" creationId="{00000000-0000-0000-0000-000000000000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17.689" v="33"/>
          <pc:sldLayoutMkLst>
            <pc:docMk/>
            <pc:sldMasterMk cId="3676200875" sldId="2147483648"/>
            <pc:sldLayoutMk cId="338346009" sldId="2147483650"/>
          </pc:sldLayoutMkLst>
          <pc:spChg chg="del">
            <ac:chgData name="LARCHER MATTEO (IDV Group)" userId="db0184d6-40e4-497e-a5fe-b974eecd6a99" providerId="ADAL" clId="{C0C99BD7-623F-4809-B01E-CFB7750E2573}" dt="2026-02-16T23:48:16.589" v="32" actId="478"/>
            <ac:spMkLst>
              <pc:docMk/>
              <pc:sldMasterMk cId="3676200875" sldId="2147483648"/>
              <pc:sldLayoutMk cId="338346009" sldId="2147483650"/>
              <ac:spMk id="4" creationId="{00000000-0000-0000-0000-000000000000}"/>
            </ac:spMkLst>
          </pc:spChg>
          <pc:spChg chg="del mod">
            <ac:chgData name="LARCHER MATTEO (IDV Group)" userId="db0184d6-40e4-497e-a5fe-b974eecd6a99" providerId="ADAL" clId="{C0C99BD7-623F-4809-B01E-CFB7750E2573}" dt="2026-02-16T23:48:14.800" v="31" actId="478"/>
            <ac:spMkLst>
              <pc:docMk/>
              <pc:sldMasterMk cId="3676200875" sldId="2147483648"/>
              <pc:sldLayoutMk cId="338346009" sldId="2147483650"/>
              <ac:spMk id="7" creationId="{DC0F4838-F6BF-C30B-C410-5E532DCDEE34}"/>
            </ac:spMkLst>
          </pc:spChg>
          <pc:spChg chg="add mod">
            <ac:chgData name="LARCHER MATTEO (IDV Group)" userId="db0184d6-40e4-497e-a5fe-b974eecd6a99" providerId="ADAL" clId="{C0C99BD7-623F-4809-B01E-CFB7750E2573}" dt="2026-02-16T23:48:17.689" v="33"/>
            <ac:spMkLst>
              <pc:docMk/>
              <pc:sldMasterMk cId="3676200875" sldId="2147483648"/>
              <pc:sldLayoutMk cId="338346009" sldId="2147483650"/>
              <ac:spMk id="8" creationId="{23853EF7-9530-9CE3-8AAC-163A81EF4EAE}"/>
            </ac:spMkLst>
          </pc:spChg>
          <pc:spChg chg="add mod">
            <ac:chgData name="LARCHER MATTEO (IDV Group)" userId="db0184d6-40e4-497e-a5fe-b974eecd6a99" providerId="ADAL" clId="{C0C99BD7-623F-4809-B01E-CFB7750E2573}" dt="2026-02-16T23:48:17.689" v="33"/>
            <ac:spMkLst>
              <pc:docMk/>
              <pc:sldMasterMk cId="3676200875" sldId="2147483648"/>
              <pc:sldLayoutMk cId="338346009" sldId="2147483650"/>
              <ac:spMk id="12" creationId="{0BCF4466-819F-2857-3C33-DB2BFD6F8B49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35.326" v="40"/>
          <pc:sldLayoutMkLst>
            <pc:docMk/>
            <pc:sldMasterMk cId="3676200875" sldId="2147483648"/>
            <pc:sldLayoutMk cId="2619886245" sldId="2147483652"/>
          </pc:sldLayoutMkLst>
          <pc:spChg chg="del">
            <ac:chgData name="LARCHER MATTEO (IDV Group)" userId="db0184d6-40e4-497e-a5fe-b974eecd6a99" providerId="ADAL" clId="{C0C99BD7-623F-4809-B01E-CFB7750E2573}" dt="2026-02-16T23:48:34.365" v="39" actId="478"/>
            <ac:spMkLst>
              <pc:docMk/>
              <pc:sldMasterMk cId="3676200875" sldId="2147483648"/>
              <pc:sldLayoutMk cId="2619886245" sldId="2147483652"/>
              <ac:spMk id="5" creationId="{36A728D5-5BBE-C9BE-C8CB-7E6F35D77231}"/>
            </ac:spMkLst>
          </pc:spChg>
          <pc:spChg chg="add mod">
            <ac:chgData name="LARCHER MATTEO (IDV Group)" userId="db0184d6-40e4-497e-a5fe-b974eecd6a99" providerId="ADAL" clId="{C0C99BD7-623F-4809-B01E-CFB7750E2573}" dt="2026-02-16T23:48:35.326" v="40"/>
            <ac:spMkLst>
              <pc:docMk/>
              <pc:sldMasterMk cId="3676200875" sldId="2147483648"/>
              <pc:sldLayoutMk cId="2619886245" sldId="2147483652"/>
              <ac:spMk id="6" creationId="{9DC74560-9E05-FD16-6AD6-A28A46251192}"/>
            </ac:spMkLst>
          </pc:spChg>
          <pc:spChg chg="add mod">
            <ac:chgData name="LARCHER MATTEO (IDV Group)" userId="db0184d6-40e4-497e-a5fe-b974eecd6a99" providerId="ADAL" clId="{C0C99BD7-623F-4809-B01E-CFB7750E2573}" dt="2026-02-16T23:48:35.326" v="40"/>
            <ac:spMkLst>
              <pc:docMk/>
              <pc:sldMasterMk cId="3676200875" sldId="2147483648"/>
              <pc:sldLayoutMk cId="2619886245" sldId="2147483652"/>
              <ac:spMk id="7" creationId="{920AA42E-3654-E284-069F-FC32E2EBEBCE}"/>
            </ac:spMkLst>
          </pc:spChg>
          <pc:spChg chg="del">
            <ac:chgData name="LARCHER MATTEO (IDV Group)" userId="db0184d6-40e4-497e-a5fe-b974eecd6a99" providerId="ADAL" clId="{C0C99BD7-623F-4809-B01E-CFB7750E2573}" dt="2026-02-16T23:48:32.159" v="38" actId="478"/>
            <ac:spMkLst>
              <pc:docMk/>
              <pc:sldMasterMk cId="3676200875" sldId="2147483648"/>
              <pc:sldLayoutMk cId="2619886245" sldId="2147483652"/>
              <ac:spMk id="9" creationId="{C4053F5D-6FBA-B899-9B82-B9093E335267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41.814" v="43"/>
          <pc:sldLayoutMkLst>
            <pc:docMk/>
            <pc:sldMasterMk cId="3676200875" sldId="2147483648"/>
            <pc:sldLayoutMk cId="2535793967" sldId="2147483653"/>
          </pc:sldLayoutMkLst>
          <pc:spChg chg="del">
            <ac:chgData name="LARCHER MATTEO (IDV Group)" userId="db0184d6-40e4-497e-a5fe-b974eecd6a99" providerId="ADAL" clId="{C0C99BD7-623F-4809-B01E-CFB7750E2573}" dt="2026-02-16T23:48:41.021" v="42" actId="478"/>
            <ac:spMkLst>
              <pc:docMk/>
              <pc:sldMasterMk cId="3676200875" sldId="2147483648"/>
              <pc:sldLayoutMk cId="2535793967" sldId="2147483653"/>
              <ac:spMk id="7" creationId="{2AAF3200-A4E9-67DF-6962-7DE8759EEE6D}"/>
            </ac:spMkLst>
          </pc:spChg>
          <pc:spChg chg="add mod">
            <ac:chgData name="LARCHER MATTEO (IDV Group)" userId="db0184d6-40e4-497e-a5fe-b974eecd6a99" providerId="ADAL" clId="{C0C99BD7-623F-4809-B01E-CFB7750E2573}" dt="2026-02-16T23:48:41.814" v="43"/>
            <ac:spMkLst>
              <pc:docMk/>
              <pc:sldMasterMk cId="3676200875" sldId="2147483648"/>
              <pc:sldLayoutMk cId="2535793967" sldId="2147483653"/>
              <ac:spMk id="8" creationId="{1E5CD868-795A-80DD-B851-3B7D64C62FB0}"/>
            </ac:spMkLst>
          </pc:spChg>
          <pc:spChg chg="add mod">
            <ac:chgData name="LARCHER MATTEO (IDV Group)" userId="db0184d6-40e4-497e-a5fe-b974eecd6a99" providerId="ADAL" clId="{C0C99BD7-623F-4809-B01E-CFB7750E2573}" dt="2026-02-16T23:48:41.814" v="43"/>
            <ac:spMkLst>
              <pc:docMk/>
              <pc:sldMasterMk cId="3676200875" sldId="2147483648"/>
              <pc:sldLayoutMk cId="2535793967" sldId="2147483653"/>
              <ac:spMk id="9" creationId="{51D9E150-9323-088D-1DAC-64A83CEBCA7A}"/>
            </ac:spMkLst>
          </pc:spChg>
          <pc:spChg chg="del">
            <ac:chgData name="LARCHER MATTEO (IDV Group)" userId="db0184d6-40e4-497e-a5fe-b974eecd6a99" providerId="ADAL" clId="{C0C99BD7-623F-4809-B01E-CFB7750E2573}" dt="2026-02-16T23:48:39.085" v="41" actId="478"/>
            <ac:spMkLst>
              <pc:docMk/>
              <pc:sldMasterMk cId="3676200875" sldId="2147483648"/>
              <pc:sldLayoutMk cId="2535793967" sldId="2147483653"/>
              <ac:spMk id="11" creationId="{49F71F15-28F7-2AFB-0561-2D46D21B76B0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47.911" v="46"/>
          <pc:sldLayoutMkLst>
            <pc:docMk/>
            <pc:sldMasterMk cId="3676200875" sldId="2147483648"/>
            <pc:sldLayoutMk cId="3472721253" sldId="2147483654"/>
          </pc:sldLayoutMkLst>
          <pc:spChg chg="del">
            <ac:chgData name="LARCHER MATTEO (IDV Group)" userId="db0184d6-40e4-497e-a5fe-b974eecd6a99" providerId="ADAL" clId="{C0C99BD7-623F-4809-B01E-CFB7750E2573}" dt="2026-02-16T23:48:47.044" v="45" actId="478"/>
            <ac:spMkLst>
              <pc:docMk/>
              <pc:sldMasterMk cId="3676200875" sldId="2147483648"/>
              <pc:sldLayoutMk cId="3472721253" sldId="2147483654"/>
              <ac:spMk id="3" creationId="{8F0BB32C-C6A2-82A8-490B-7538697EFCED}"/>
            </ac:spMkLst>
          </pc:spChg>
          <pc:spChg chg="add mod">
            <ac:chgData name="LARCHER MATTEO (IDV Group)" userId="db0184d6-40e4-497e-a5fe-b974eecd6a99" providerId="ADAL" clId="{C0C99BD7-623F-4809-B01E-CFB7750E2573}" dt="2026-02-16T23:48:47.911" v="46"/>
            <ac:spMkLst>
              <pc:docMk/>
              <pc:sldMasterMk cId="3676200875" sldId="2147483648"/>
              <pc:sldLayoutMk cId="3472721253" sldId="2147483654"/>
              <ac:spMk id="4" creationId="{E3F17EBA-EE67-E39D-B24B-51E6B4430B34}"/>
            </ac:spMkLst>
          </pc:spChg>
          <pc:spChg chg="add mod">
            <ac:chgData name="LARCHER MATTEO (IDV Group)" userId="db0184d6-40e4-497e-a5fe-b974eecd6a99" providerId="ADAL" clId="{C0C99BD7-623F-4809-B01E-CFB7750E2573}" dt="2026-02-16T23:48:47.911" v="46"/>
            <ac:spMkLst>
              <pc:docMk/>
              <pc:sldMasterMk cId="3676200875" sldId="2147483648"/>
              <pc:sldLayoutMk cId="3472721253" sldId="2147483654"/>
              <ac:spMk id="5" creationId="{69BA34CF-6BBA-00F0-8C23-D1A0A4CA02B5}"/>
            </ac:spMkLst>
          </pc:spChg>
          <pc:spChg chg="del">
            <ac:chgData name="LARCHER MATTEO (IDV Group)" userId="db0184d6-40e4-497e-a5fe-b974eecd6a99" providerId="ADAL" clId="{C0C99BD7-623F-4809-B01E-CFB7750E2573}" dt="2026-02-16T23:48:44.764" v="44" actId="478"/>
            <ac:spMkLst>
              <pc:docMk/>
              <pc:sldMasterMk cId="3676200875" sldId="2147483648"/>
              <pc:sldLayoutMk cId="3472721253" sldId="2147483654"/>
              <ac:spMk id="7" creationId="{3E3EC6A0-D5A9-CC66-04AC-E97B0756CB15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54.079" v="49"/>
          <pc:sldLayoutMkLst>
            <pc:docMk/>
            <pc:sldMasterMk cId="3676200875" sldId="2147483648"/>
            <pc:sldLayoutMk cId="2130901097" sldId="2147483655"/>
          </pc:sldLayoutMkLst>
          <pc:spChg chg="del">
            <ac:chgData name="LARCHER MATTEO (IDV Group)" userId="db0184d6-40e4-497e-a5fe-b974eecd6a99" providerId="ADAL" clId="{C0C99BD7-623F-4809-B01E-CFB7750E2573}" dt="2026-02-16T23:48:51.809" v="47" actId="478"/>
            <ac:spMkLst>
              <pc:docMk/>
              <pc:sldMasterMk cId="3676200875" sldId="2147483648"/>
              <pc:sldLayoutMk cId="2130901097" sldId="2147483655"/>
              <ac:spMk id="2" creationId="{5ECDEA0F-CD3F-E988-8F7E-CF36959BCCB4}"/>
            </ac:spMkLst>
          </pc:spChg>
          <pc:spChg chg="add mod">
            <ac:chgData name="LARCHER MATTEO (IDV Group)" userId="db0184d6-40e4-497e-a5fe-b974eecd6a99" providerId="ADAL" clId="{C0C99BD7-623F-4809-B01E-CFB7750E2573}" dt="2026-02-16T23:48:54.079" v="49"/>
            <ac:spMkLst>
              <pc:docMk/>
              <pc:sldMasterMk cId="3676200875" sldId="2147483648"/>
              <pc:sldLayoutMk cId="2130901097" sldId="2147483655"/>
              <ac:spMk id="3" creationId="{1B942665-9C8D-E154-B4A7-2A3AAC87EFB1}"/>
            </ac:spMkLst>
          </pc:spChg>
          <pc:spChg chg="add mod">
            <ac:chgData name="LARCHER MATTEO (IDV Group)" userId="db0184d6-40e4-497e-a5fe-b974eecd6a99" providerId="ADAL" clId="{C0C99BD7-623F-4809-B01E-CFB7750E2573}" dt="2026-02-16T23:48:54.079" v="49"/>
            <ac:spMkLst>
              <pc:docMk/>
              <pc:sldMasterMk cId="3676200875" sldId="2147483648"/>
              <pc:sldLayoutMk cId="2130901097" sldId="2147483655"/>
              <ac:spMk id="4" creationId="{CFE2E3C1-BE6E-42B1-100C-CFB62BCCA84E}"/>
            </ac:spMkLst>
          </pc:spChg>
          <pc:spChg chg="del">
            <ac:chgData name="LARCHER MATTEO (IDV Group)" userId="db0184d6-40e4-497e-a5fe-b974eecd6a99" providerId="ADAL" clId="{C0C99BD7-623F-4809-B01E-CFB7750E2573}" dt="2026-02-16T23:48:53.499" v="48" actId="478"/>
            <ac:spMkLst>
              <pc:docMk/>
              <pc:sldMasterMk cId="3676200875" sldId="2147483648"/>
              <pc:sldLayoutMk cId="2130901097" sldId="2147483655"/>
              <ac:spMk id="6" creationId="{9D7B9609-DC00-77FF-632B-7CA52E337E03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9:00.292" v="52"/>
          <pc:sldLayoutMkLst>
            <pc:docMk/>
            <pc:sldMasterMk cId="3676200875" sldId="2147483648"/>
            <pc:sldLayoutMk cId="3540895647" sldId="2147483656"/>
          </pc:sldLayoutMkLst>
          <pc:spChg chg="del">
            <ac:chgData name="LARCHER MATTEO (IDV Group)" userId="db0184d6-40e4-497e-a5fe-b974eecd6a99" providerId="ADAL" clId="{C0C99BD7-623F-4809-B01E-CFB7750E2573}" dt="2026-02-16T23:48:57.544" v="50" actId="478"/>
            <ac:spMkLst>
              <pc:docMk/>
              <pc:sldMasterMk cId="3676200875" sldId="2147483648"/>
              <pc:sldLayoutMk cId="3540895647" sldId="2147483656"/>
              <ac:spMk id="5" creationId="{E08D9B6F-D6D8-AE83-7546-E14BE6C2E410}"/>
            </ac:spMkLst>
          </pc:spChg>
          <pc:spChg chg="add mod">
            <ac:chgData name="LARCHER MATTEO (IDV Group)" userId="db0184d6-40e4-497e-a5fe-b974eecd6a99" providerId="ADAL" clId="{C0C99BD7-623F-4809-B01E-CFB7750E2573}" dt="2026-02-16T23:49:00.292" v="52"/>
            <ac:spMkLst>
              <pc:docMk/>
              <pc:sldMasterMk cId="3676200875" sldId="2147483648"/>
              <pc:sldLayoutMk cId="3540895647" sldId="2147483656"/>
              <ac:spMk id="6" creationId="{F2CAF3CD-0E8D-01F0-19BA-701272483671}"/>
            </ac:spMkLst>
          </pc:spChg>
          <pc:spChg chg="add mod">
            <ac:chgData name="LARCHER MATTEO (IDV Group)" userId="db0184d6-40e4-497e-a5fe-b974eecd6a99" providerId="ADAL" clId="{C0C99BD7-623F-4809-B01E-CFB7750E2573}" dt="2026-02-16T23:49:00.292" v="52"/>
            <ac:spMkLst>
              <pc:docMk/>
              <pc:sldMasterMk cId="3676200875" sldId="2147483648"/>
              <pc:sldLayoutMk cId="3540895647" sldId="2147483656"/>
              <ac:spMk id="7" creationId="{819FA1F3-6C25-0F24-6531-CEB107608D04}"/>
            </ac:spMkLst>
          </pc:spChg>
          <pc:spChg chg="del">
            <ac:chgData name="LARCHER MATTEO (IDV Group)" userId="db0184d6-40e4-497e-a5fe-b974eecd6a99" providerId="ADAL" clId="{C0C99BD7-623F-4809-B01E-CFB7750E2573}" dt="2026-02-16T23:48:59.517" v="51" actId="478"/>
            <ac:spMkLst>
              <pc:docMk/>
              <pc:sldMasterMk cId="3676200875" sldId="2147483648"/>
              <pc:sldLayoutMk cId="3540895647" sldId="2147483656"/>
              <ac:spMk id="9" creationId="{C8F14B97-C2FE-7D33-9A73-677B703E4162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9:07.165" v="55"/>
          <pc:sldLayoutMkLst>
            <pc:docMk/>
            <pc:sldMasterMk cId="3676200875" sldId="2147483648"/>
            <pc:sldLayoutMk cId="3566899855" sldId="2147483657"/>
          </pc:sldLayoutMkLst>
          <pc:spChg chg="del">
            <ac:chgData name="LARCHER MATTEO (IDV Group)" userId="db0184d6-40e4-497e-a5fe-b974eecd6a99" providerId="ADAL" clId="{C0C99BD7-623F-4809-B01E-CFB7750E2573}" dt="2026-02-16T23:49:04.405" v="53" actId="478"/>
            <ac:spMkLst>
              <pc:docMk/>
              <pc:sldMasterMk cId="3676200875" sldId="2147483648"/>
              <pc:sldLayoutMk cId="3566899855" sldId="2147483657"/>
              <ac:spMk id="5" creationId="{FDDE0A73-7F0F-1EE2-B8F1-2B2B4B0427D3}"/>
            </ac:spMkLst>
          </pc:spChg>
          <pc:spChg chg="add mod">
            <ac:chgData name="LARCHER MATTEO (IDV Group)" userId="db0184d6-40e4-497e-a5fe-b974eecd6a99" providerId="ADAL" clId="{C0C99BD7-623F-4809-B01E-CFB7750E2573}" dt="2026-02-16T23:49:07.165" v="55"/>
            <ac:spMkLst>
              <pc:docMk/>
              <pc:sldMasterMk cId="3676200875" sldId="2147483648"/>
              <pc:sldLayoutMk cId="3566899855" sldId="2147483657"/>
              <ac:spMk id="6" creationId="{FE9F7795-AD43-4C27-8F8D-8FA396FDFCB0}"/>
            </ac:spMkLst>
          </pc:spChg>
          <pc:spChg chg="add mod">
            <ac:chgData name="LARCHER MATTEO (IDV Group)" userId="db0184d6-40e4-497e-a5fe-b974eecd6a99" providerId="ADAL" clId="{C0C99BD7-623F-4809-B01E-CFB7750E2573}" dt="2026-02-16T23:49:07.165" v="55"/>
            <ac:spMkLst>
              <pc:docMk/>
              <pc:sldMasterMk cId="3676200875" sldId="2147483648"/>
              <pc:sldLayoutMk cId="3566899855" sldId="2147483657"/>
              <ac:spMk id="7" creationId="{42F1B687-FDBC-951B-A6F8-6A6E00B75E32}"/>
            </ac:spMkLst>
          </pc:spChg>
          <pc:spChg chg="del">
            <ac:chgData name="LARCHER MATTEO (IDV Group)" userId="db0184d6-40e4-497e-a5fe-b974eecd6a99" providerId="ADAL" clId="{C0C99BD7-623F-4809-B01E-CFB7750E2573}" dt="2026-02-16T23:49:06.237" v="54" actId="478"/>
            <ac:spMkLst>
              <pc:docMk/>
              <pc:sldMasterMk cId="3676200875" sldId="2147483648"/>
              <pc:sldLayoutMk cId="3566899855" sldId="2147483657"/>
              <ac:spMk id="9" creationId="{55C1476F-4732-ED78-4526-CECED718B05F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9:13.940" v="58"/>
          <pc:sldLayoutMkLst>
            <pc:docMk/>
            <pc:sldMasterMk cId="3676200875" sldId="2147483648"/>
            <pc:sldLayoutMk cId="313914798" sldId="2147483658"/>
          </pc:sldLayoutMkLst>
          <pc:spChg chg="del">
            <ac:chgData name="LARCHER MATTEO (IDV Group)" userId="db0184d6-40e4-497e-a5fe-b974eecd6a99" providerId="ADAL" clId="{C0C99BD7-623F-4809-B01E-CFB7750E2573}" dt="2026-02-16T23:49:11.726" v="56" actId="478"/>
            <ac:spMkLst>
              <pc:docMk/>
              <pc:sldMasterMk cId="3676200875" sldId="2147483648"/>
              <pc:sldLayoutMk cId="313914798" sldId="2147483658"/>
              <ac:spMk id="4" creationId="{F1D6BA0C-FCB1-B18B-A578-8A41AB44F39E}"/>
            </ac:spMkLst>
          </pc:spChg>
          <pc:spChg chg="add mod">
            <ac:chgData name="LARCHER MATTEO (IDV Group)" userId="db0184d6-40e4-497e-a5fe-b974eecd6a99" providerId="ADAL" clId="{C0C99BD7-623F-4809-B01E-CFB7750E2573}" dt="2026-02-16T23:49:13.940" v="58"/>
            <ac:spMkLst>
              <pc:docMk/>
              <pc:sldMasterMk cId="3676200875" sldId="2147483648"/>
              <pc:sldLayoutMk cId="313914798" sldId="2147483658"/>
              <ac:spMk id="5" creationId="{CB1422D4-6CB0-409D-2EF3-11E3418B85C3}"/>
            </ac:spMkLst>
          </pc:spChg>
          <pc:spChg chg="add mod">
            <ac:chgData name="LARCHER MATTEO (IDV Group)" userId="db0184d6-40e4-497e-a5fe-b974eecd6a99" providerId="ADAL" clId="{C0C99BD7-623F-4809-B01E-CFB7750E2573}" dt="2026-02-16T23:49:13.940" v="58"/>
            <ac:spMkLst>
              <pc:docMk/>
              <pc:sldMasterMk cId="3676200875" sldId="2147483648"/>
              <pc:sldLayoutMk cId="313914798" sldId="2147483658"/>
              <ac:spMk id="6" creationId="{ED7B2ECE-9761-BD59-79BA-A1348B20D990}"/>
            </ac:spMkLst>
          </pc:spChg>
          <pc:spChg chg="del">
            <ac:chgData name="LARCHER MATTEO (IDV Group)" userId="db0184d6-40e4-497e-a5fe-b974eecd6a99" providerId="ADAL" clId="{C0C99BD7-623F-4809-B01E-CFB7750E2573}" dt="2026-02-16T23:49:13.173" v="57" actId="478"/>
            <ac:spMkLst>
              <pc:docMk/>
              <pc:sldMasterMk cId="3676200875" sldId="2147483648"/>
              <pc:sldLayoutMk cId="313914798" sldId="2147483658"/>
              <ac:spMk id="8" creationId="{EF5C7BAF-E8DA-2864-BFF7-17DD2169EA66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9:20.002" v="61"/>
          <pc:sldLayoutMkLst>
            <pc:docMk/>
            <pc:sldMasterMk cId="3676200875" sldId="2147483648"/>
            <pc:sldLayoutMk cId="2581529045" sldId="2147483659"/>
          </pc:sldLayoutMkLst>
          <pc:spChg chg="del">
            <ac:chgData name="LARCHER MATTEO (IDV Group)" userId="db0184d6-40e4-497e-a5fe-b974eecd6a99" providerId="ADAL" clId="{C0C99BD7-623F-4809-B01E-CFB7750E2573}" dt="2026-02-16T23:49:19.270" v="60" actId="478"/>
            <ac:spMkLst>
              <pc:docMk/>
              <pc:sldMasterMk cId="3676200875" sldId="2147483648"/>
              <pc:sldLayoutMk cId="2581529045" sldId="2147483659"/>
              <ac:spMk id="4" creationId="{116057FF-9082-1A59-4CD5-DE9592F83772}"/>
            </ac:spMkLst>
          </pc:spChg>
          <pc:spChg chg="add mod">
            <ac:chgData name="LARCHER MATTEO (IDV Group)" userId="db0184d6-40e4-497e-a5fe-b974eecd6a99" providerId="ADAL" clId="{C0C99BD7-623F-4809-B01E-CFB7750E2573}" dt="2026-02-16T23:49:20.002" v="61"/>
            <ac:spMkLst>
              <pc:docMk/>
              <pc:sldMasterMk cId="3676200875" sldId="2147483648"/>
              <pc:sldLayoutMk cId="2581529045" sldId="2147483659"/>
              <ac:spMk id="5" creationId="{2E69A76C-B460-2AE3-A17A-1505DDD7451B}"/>
            </ac:spMkLst>
          </pc:spChg>
          <pc:spChg chg="add mod">
            <ac:chgData name="LARCHER MATTEO (IDV Group)" userId="db0184d6-40e4-497e-a5fe-b974eecd6a99" providerId="ADAL" clId="{C0C99BD7-623F-4809-B01E-CFB7750E2573}" dt="2026-02-16T23:49:20.002" v="61"/>
            <ac:spMkLst>
              <pc:docMk/>
              <pc:sldMasterMk cId="3676200875" sldId="2147483648"/>
              <pc:sldLayoutMk cId="2581529045" sldId="2147483659"/>
              <ac:spMk id="6" creationId="{E8B94D98-12F9-B72F-B3E7-937DF9D430A5}"/>
            </ac:spMkLst>
          </pc:spChg>
          <pc:spChg chg="del">
            <ac:chgData name="LARCHER MATTEO (IDV Group)" userId="db0184d6-40e4-497e-a5fe-b974eecd6a99" providerId="ADAL" clId="{C0C99BD7-623F-4809-B01E-CFB7750E2573}" dt="2026-02-16T23:49:16.653" v="59" actId="478"/>
            <ac:spMkLst>
              <pc:docMk/>
              <pc:sldMasterMk cId="3676200875" sldId="2147483648"/>
              <pc:sldLayoutMk cId="2581529045" sldId="2147483659"/>
              <ac:spMk id="8" creationId="{30853B47-A73B-7DD5-78CA-F403E3F053C4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07.943" v="29"/>
          <pc:sldLayoutMkLst>
            <pc:docMk/>
            <pc:sldMasterMk cId="3676200875" sldId="2147483648"/>
            <pc:sldLayoutMk cId="3842282995" sldId="2147483660"/>
          </pc:sldLayoutMkLst>
          <pc:spChg chg="del">
            <ac:chgData name="LARCHER MATTEO (IDV Group)" userId="db0184d6-40e4-497e-a5fe-b974eecd6a99" providerId="ADAL" clId="{C0C99BD7-623F-4809-B01E-CFB7750E2573}" dt="2026-02-16T23:48:04.724" v="27" actId="478"/>
            <ac:spMkLst>
              <pc:docMk/>
              <pc:sldMasterMk cId="3676200875" sldId="2147483648"/>
              <pc:sldLayoutMk cId="3842282995" sldId="2147483660"/>
              <ac:spMk id="4" creationId="{00000000-0000-0000-0000-000000000000}"/>
            </ac:spMkLst>
          </pc:spChg>
          <pc:spChg chg="del">
            <ac:chgData name="LARCHER MATTEO (IDV Group)" userId="db0184d6-40e4-497e-a5fe-b974eecd6a99" providerId="ADAL" clId="{C0C99BD7-623F-4809-B01E-CFB7750E2573}" dt="2026-02-16T23:48:06.908" v="28" actId="478"/>
            <ac:spMkLst>
              <pc:docMk/>
              <pc:sldMasterMk cId="3676200875" sldId="2147483648"/>
              <pc:sldLayoutMk cId="3842282995" sldId="2147483660"/>
              <ac:spMk id="9" creationId="{B38D46BD-367F-3481-A8D8-E3AB2C324A8C}"/>
            </ac:spMkLst>
          </pc:spChg>
          <pc:spChg chg="add mod">
            <ac:chgData name="LARCHER MATTEO (IDV Group)" userId="db0184d6-40e4-497e-a5fe-b974eecd6a99" providerId="ADAL" clId="{C0C99BD7-623F-4809-B01E-CFB7750E2573}" dt="2026-02-16T23:48:07.943" v="29"/>
            <ac:spMkLst>
              <pc:docMk/>
              <pc:sldMasterMk cId="3676200875" sldId="2147483648"/>
              <pc:sldLayoutMk cId="3842282995" sldId="2147483660"/>
              <ac:spMk id="11" creationId="{2243B617-D1BA-70F0-AB8D-57BB8F9271D0}"/>
            </ac:spMkLst>
          </pc:spChg>
          <pc:spChg chg="add mod">
            <ac:chgData name="LARCHER MATTEO (IDV Group)" userId="db0184d6-40e4-497e-a5fe-b974eecd6a99" providerId="ADAL" clId="{C0C99BD7-623F-4809-B01E-CFB7750E2573}" dt="2026-02-16T23:48:07.943" v="29"/>
            <ac:spMkLst>
              <pc:docMk/>
              <pc:sldMasterMk cId="3676200875" sldId="2147483648"/>
              <pc:sldLayoutMk cId="3842282995" sldId="2147483660"/>
              <ac:spMk id="13" creationId="{A136ED69-A993-F796-0E91-8ED593E08259}"/>
            </ac:spMkLst>
          </pc:spChg>
        </pc:sldLayoutChg>
        <pc:sldLayoutChg chg="modSp mod">
          <pc:chgData name="LARCHER MATTEO (IDV Group)" userId="db0184d6-40e4-497e-a5fe-b974eecd6a99" providerId="ADAL" clId="{C0C99BD7-623F-4809-B01E-CFB7750E2573}" dt="2026-02-16T23:47:47.317" v="26" actId="1076"/>
          <pc:sldLayoutMkLst>
            <pc:docMk/>
            <pc:sldMasterMk cId="3676200875" sldId="2147483648"/>
            <pc:sldLayoutMk cId="2127477481" sldId="2147483661"/>
          </pc:sldLayoutMkLst>
          <pc:spChg chg="mod">
            <ac:chgData name="LARCHER MATTEO (IDV Group)" userId="db0184d6-40e4-497e-a5fe-b974eecd6a99" providerId="ADAL" clId="{C0C99BD7-623F-4809-B01E-CFB7750E2573}" dt="2026-02-16T23:47:34.346" v="25" actId="14100"/>
            <ac:spMkLst>
              <pc:docMk/>
              <pc:sldMasterMk cId="3676200875" sldId="2147483648"/>
              <pc:sldLayoutMk cId="2127477481" sldId="2147483661"/>
              <ac:spMk id="4" creationId="{00000000-0000-0000-0000-000000000000}"/>
            </ac:spMkLst>
          </pc:spChg>
          <pc:spChg chg="mod">
            <ac:chgData name="LARCHER MATTEO (IDV Group)" userId="db0184d6-40e4-497e-a5fe-b974eecd6a99" providerId="ADAL" clId="{C0C99BD7-623F-4809-B01E-CFB7750E2573}" dt="2026-02-16T23:47:47.317" v="26" actId="1076"/>
            <ac:spMkLst>
              <pc:docMk/>
              <pc:sldMasterMk cId="3676200875" sldId="2147483648"/>
              <pc:sldLayoutMk cId="2127477481" sldId="2147483661"/>
              <ac:spMk id="12" creationId="{9F7F4A68-C94D-DD3E-7EA3-485F462469CC}"/>
            </ac:spMkLst>
          </pc:spChg>
        </pc:sldLayoutChg>
        <pc:sldLayoutChg chg="addSp delSp modSp mod">
          <pc:chgData name="LARCHER MATTEO (IDV Group)" userId="db0184d6-40e4-497e-a5fe-b974eecd6a99" providerId="ADAL" clId="{C0C99BD7-623F-4809-B01E-CFB7750E2573}" dt="2026-02-16T23:48:25.841" v="37"/>
          <pc:sldLayoutMkLst>
            <pc:docMk/>
            <pc:sldMasterMk cId="3676200875" sldId="2147483648"/>
            <pc:sldLayoutMk cId="1234733671" sldId="2147483662"/>
          </pc:sldLayoutMkLst>
          <pc:spChg chg="del">
            <ac:chgData name="LARCHER MATTEO (IDV Group)" userId="db0184d6-40e4-497e-a5fe-b974eecd6a99" providerId="ADAL" clId="{C0C99BD7-623F-4809-B01E-CFB7750E2573}" dt="2026-02-16T23:48:21.542" v="34" actId="478"/>
            <ac:spMkLst>
              <pc:docMk/>
              <pc:sldMasterMk cId="3676200875" sldId="2147483648"/>
              <pc:sldLayoutMk cId="1234733671" sldId="2147483662"/>
              <ac:spMk id="4" creationId="{00000000-0000-0000-0000-000000000000}"/>
            </ac:spMkLst>
          </pc:spChg>
          <pc:spChg chg="del mod">
            <ac:chgData name="LARCHER MATTEO (IDV Group)" userId="db0184d6-40e4-497e-a5fe-b974eecd6a99" providerId="ADAL" clId="{C0C99BD7-623F-4809-B01E-CFB7750E2573}" dt="2026-02-16T23:48:24.921" v="36" actId="478"/>
            <ac:spMkLst>
              <pc:docMk/>
              <pc:sldMasterMk cId="3676200875" sldId="2147483648"/>
              <pc:sldLayoutMk cId="1234733671" sldId="2147483662"/>
              <ac:spMk id="7" creationId="{E9A57DD2-0334-0E93-EF42-3A16A5997397}"/>
            </ac:spMkLst>
          </pc:spChg>
          <pc:spChg chg="add mod">
            <ac:chgData name="LARCHER MATTEO (IDV Group)" userId="db0184d6-40e4-497e-a5fe-b974eecd6a99" providerId="ADAL" clId="{C0C99BD7-623F-4809-B01E-CFB7750E2573}" dt="2026-02-16T23:48:25.841" v="37"/>
            <ac:spMkLst>
              <pc:docMk/>
              <pc:sldMasterMk cId="3676200875" sldId="2147483648"/>
              <pc:sldLayoutMk cId="1234733671" sldId="2147483662"/>
              <ac:spMk id="8" creationId="{31778DD8-2E90-7C87-5D64-2149E05D61F3}"/>
            </ac:spMkLst>
          </pc:spChg>
          <pc:spChg chg="add mod">
            <ac:chgData name="LARCHER MATTEO (IDV Group)" userId="db0184d6-40e4-497e-a5fe-b974eecd6a99" providerId="ADAL" clId="{C0C99BD7-623F-4809-B01E-CFB7750E2573}" dt="2026-02-16T23:48:25.841" v="37"/>
            <ac:spMkLst>
              <pc:docMk/>
              <pc:sldMasterMk cId="3676200875" sldId="2147483648"/>
              <pc:sldLayoutMk cId="1234733671" sldId="2147483662"/>
              <ac:spMk id="12" creationId="{231476A2-463A-5A82-D914-E99D9D8159EB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Layouts/_rels/slideLayout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11.svg"/><Relationship Id="rId9" Type="http://schemas.openxmlformats.org/officeDocument/2006/relationships/image" Target="../media/image1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6781" y="1989044"/>
            <a:ext cx="3935507" cy="688181"/>
          </a:xfrm>
        </p:spPr>
        <p:txBody>
          <a:bodyPr>
            <a:normAutofit/>
          </a:bodyPr>
          <a:lstStyle>
            <a:lvl1pPr>
              <a:defRPr lang="en-US" sz="2500" b="1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1203" y="2679608"/>
            <a:ext cx="3935506" cy="614922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b="0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34036" y="4149958"/>
            <a:ext cx="2133600" cy="273844"/>
          </a:xfrm>
        </p:spPr>
        <p:txBody>
          <a:bodyPr/>
          <a:lstStyle/>
          <a:p>
            <a:fld id="{2D7DBF7F-F54F-1C49-8F76-19ACADAD9270}" type="datetime1">
              <a:rPr lang="it-IT" smtClean="0"/>
              <a:t>17/02/2026</a:t>
            </a:fld>
            <a:endParaRPr lang="en-US"/>
          </a:p>
        </p:txBody>
      </p:sp>
      <p:pic>
        <p:nvPicPr>
          <p:cNvPr id="7" name="Elemento grafico 11">
            <a:extLst>
              <a:ext uri="{FF2B5EF4-FFF2-40B4-BE49-F238E27FC236}">
                <a16:creationId xmlns:a16="http://schemas.microsoft.com/office/drawing/2014/main" id="{9BD8C4D5-9D84-1199-4FDD-40112FB67C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571" y="4355543"/>
            <a:ext cx="1485900" cy="53340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0346D8C-2102-A43C-FC31-4D40A15B5CB4}"/>
              </a:ext>
            </a:extLst>
          </p:cNvPr>
          <p:cNvSpPr/>
          <p:nvPr userDrawn="1"/>
        </p:nvSpPr>
        <p:spPr>
          <a:xfrm>
            <a:off x="928800" y="4769573"/>
            <a:ext cx="364320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500" b="0" baseline="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</a:t>
            </a:r>
            <a:b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use of this work without express written consent is strictly prohibited.</a:t>
            </a:r>
            <a:endParaRPr lang="it-IT" sz="500" b="0" baseline="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12">
            <a:extLst>
              <a:ext uri="{FF2B5EF4-FFF2-40B4-BE49-F238E27FC236}">
                <a16:creationId xmlns:a16="http://schemas.microsoft.com/office/drawing/2014/main" id="{BA18EA92-F8E5-C52E-9C9C-5E5C97C66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1129" t="71409" r="4829" b="813"/>
          <a:stretch/>
        </p:blipFill>
        <p:spPr>
          <a:xfrm>
            <a:off x="-1" y="0"/>
            <a:ext cx="7684923" cy="11140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7F4A68-C94D-DD3E-7EA3-485F462469CC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477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08EE743-5578-8ABD-190F-2782C937F2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121" t="15217" r="48908" b="-85"/>
          <a:stretch/>
        </p:blipFill>
        <p:spPr>
          <a:xfrm>
            <a:off x="5778795" y="0"/>
            <a:ext cx="3365206" cy="53168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pic>
        <p:nvPicPr>
          <p:cNvPr id="8" name="Immagine 23">
            <a:extLst>
              <a:ext uri="{FF2B5EF4-FFF2-40B4-BE49-F238E27FC236}">
                <a16:creationId xmlns:a16="http://schemas.microsoft.com/office/drawing/2014/main" id="{C50DC5AC-2748-443C-AB42-431D28FF3AB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6257D1BA-95EF-36CF-60BF-3FDC5C5D00C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9615" y="4764725"/>
            <a:ext cx="787427" cy="282666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43B617-D1BA-70F0-AB8D-57BB8F9271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6ED69-A993-F796-0E91-8ED593E08259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28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23853EF7-9530-9CE3-8AAC-163A81EF4E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CF4466-819F-2857-3C33-DB2BFD6F8B49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Warning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1778DD8-2E90-7C87-5D64-2149E05D61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476A2-463A-5A82-D914-E99D9D8159EB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73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586" y="2141394"/>
            <a:ext cx="7148058" cy="600571"/>
          </a:xfrm>
        </p:spPr>
        <p:txBody>
          <a:bodyPr anchor="t">
            <a:normAutofit/>
          </a:bodyPr>
          <a:lstStyle>
            <a:lvl1pPr algn="l">
              <a:defRPr sz="2700" b="1" cap="all">
                <a:solidFill>
                  <a:schemeClr val="bg1"/>
                </a:solidFill>
                <a:latin typeface="Gill Sans MT" panose="020B05020201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Elemento grafico 12">
            <a:extLst>
              <a:ext uri="{FF2B5EF4-FFF2-40B4-BE49-F238E27FC236}">
                <a16:creationId xmlns:a16="http://schemas.microsoft.com/office/drawing/2014/main" id="{F17577F1-7555-BD1F-1A6B-B6D5752CB0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9" name="Elemento grafico 12">
            <a:extLst>
              <a:ext uri="{FF2B5EF4-FFF2-40B4-BE49-F238E27FC236}">
                <a16:creationId xmlns:a16="http://schemas.microsoft.com/office/drawing/2014/main" id="{0A152FBC-C550-B259-4C04-692B7DCB61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Subtitle 7">
            <a:extLst>
              <a:ext uri="{FF2B5EF4-FFF2-40B4-BE49-F238E27FC236}">
                <a16:creationId xmlns:a16="http://schemas.microsoft.com/office/drawing/2014/main" id="{941A5237-8E4C-3DFA-2EF7-A11F587D866B}"/>
              </a:ext>
            </a:extLst>
          </p:cNvPr>
          <p:cNvSpPr>
            <a:spLocks noGrp="1"/>
          </p:cNvSpPr>
          <p:nvPr>
            <p:ph type="subTitle" sz="quarter" idx="13" hasCustomPrompt="1"/>
          </p:nvPr>
        </p:nvSpPr>
        <p:spPr>
          <a:xfrm>
            <a:off x="410586" y="2741965"/>
            <a:ext cx="6858000" cy="6005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Gill Sans MT" panose="020B05020201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B17D917-DE37-B43C-7F01-65FA3EFC8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9F82B8D-4817-A7B5-4F64-C4759646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CF31D4D2-E363-A78C-8913-15F3E3370214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32BBB0A4-C2F9-037C-6119-FF7F3FA08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2D0E2072-C9D7-33F0-3DFC-13CA3EC58B1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DC74560-9E05-FD16-6AD6-A28A462511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AA42E-3654-E284-069F-FC32E2EBEBCE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F417543-5403-66B4-114C-C61D3E3D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569722-D13A-FAEB-EF02-14F587C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Parallelogramma 2">
            <a:extLst>
              <a:ext uri="{FF2B5EF4-FFF2-40B4-BE49-F238E27FC236}">
                <a16:creationId xmlns:a16="http://schemas.microsoft.com/office/drawing/2014/main" id="{AC03D3AC-E5B5-95C7-A86D-FD289496803A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B933EBF0-BADB-3E7C-66CF-B790AB765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6" name="Elemento grafico 12">
            <a:extLst>
              <a:ext uri="{FF2B5EF4-FFF2-40B4-BE49-F238E27FC236}">
                <a16:creationId xmlns:a16="http://schemas.microsoft.com/office/drawing/2014/main" id="{C8DBE63A-E31E-9A69-8551-82FE08EF74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E5CD868-795A-80DD-B851-3B7D64C62F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D9E150-9323-088D-1DAC-64A83CEBCA7A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2FD283-0D8C-247C-BFEE-0557A57D0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295D990-0D11-8908-CEE7-6341D59A8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E4E96EC6-8C16-AD08-B5CC-42EA0E074883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F55914E5-41BA-EA8A-5F1F-C536A10276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0A051D5-039F-729C-5875-8BBE30941E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F17EBA-EE67-E39D-B24B-51E6B4430B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BA34CF-6BBA-00F0-8C23-D1A0A4CA02B5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05F8820-21D2-6E53-F11B-4CA5D1C1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CC60FB-7990-54EA-6BB4-606E079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arallelogramma 2">
            <a:extLst>
              <a:ext uri="{FF2B5EF4-FFF2-40B4-BE49-F238E27FC236}">
                <a16:creationId xmlns:a16="http://schemas.microsoft.com/office/drawing/2014/main" id="{49178459-9719-952D-4A27-E1245857E1AF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Elemento grafico 12">
            <a:extLst>
              <a:ext uri="{FF2B5EF4-FFF2-40B4-BE49-F238E27FC236}">
                <a16:creationId xmlns:a16="http://schemas.microsoft.com/office/drawing/2014/main" id="{97E1874D-7F98-C200-DCF7-5E015D5E7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6379446F-01C4-1936-E5C7-F9E77487A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B942665-9C8D-E154-B4A7-2A3AAC87EF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E2E3C1-BE6E-42B1-100C-CFB62BCCA84E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32B988-C56E-F0AF-F481-B574EF28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4EFD85F-D1A3-B572-A964-D66D5315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7FF921D1-45FA-CE70-0986-8EB744FD95DB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5AE21E-E18B-108B-E72F-659F4F310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C8716C98-9F5F-F26D-D209-A8032004E5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2CAF3CD-0E8D-01F0-19BA-70127248367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9FA1F3-6C25-0F24-6531-CEB107608D04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>
            <a:normAutofit/>
          </a:bodyPr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0E4D274-C795-B39D-7EA8-FFEF6000E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79458C-2C26-414F-9200-78F5E3EA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6F872A0E-7A24-4FD6-6A77-E262CF3B0F15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AD1457DD-5E30-B555-63A0-DDAA5E25DC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A73825D5-E8F5-931F-AAE4-110470B223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E9F7795-AD43-4C27-8F8D-8FA396FDFC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F1B687-FDBC-951B-A6F8-6A6E00B75E32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F96C2D0-8F28-04A9-CEC0-F21F6C30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43EBC32-B0E5-6EB2-3B17-03D20D6F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C8979126-E94B-EFA9-8900-637469B88816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CA3C993-87F9-95D3-5728-908A668B6B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553EAF32-EDEE-38DC-D093-B5E1B06F8B8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B1422D4-6CB0-409D-2EF3-11E3418B85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B2ECE-9761-BD59-79BA-A1348B20D990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05979"/>
            <a:ext cx="2057400" cy="4388644"/>
          </a:xfrm>
        </p:spPr>
        <p:txBody>
          <a:bodyPr vert="eaVert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DF63EFB-6751-8738-21EA-828816323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FC8868B-4891-31D4-F7F1-466D4E24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AB5AC9D7-3018-15A0-DE05-C85AF99FFB0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FF37CFE0-74E1-426A-3A8E-A080341BD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B37990A3-E0A4-5F6D-85D6-D001FA952A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E69A76C-B460-2AE3-A17A-1505DDD7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1427" y="4775147"/>
            <a:ext cx="1291813" cy="273844"/>
          </a:xfrm>
        </p:spPr>
        <p:txBody>
          <a:bodyPr/>
          <a:lstStyle/>
          <a:p>
            <a:fld id="{B5A3235C-A5F5-CE4E-B015-39F4D75EC196}" type="datetime1">
              <a:rPr lang="it-IT" smtClean="0"/>
              <a:t>17/02/2026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B94D98-12F9-B72F-B3E7-937DF9D430A5}"/>
              </a:ext>
            </a:extLst>
          </p:cNvPr>
          <p:cNvSpPr txBox="1"/>
          <p:nvPr userDrawn="1"/>
        </p:nvSpPr>
        <p:spPr>
          <a:xfrm>
            <a:off x="1499801" y="4604556"/>
            <a:ext cx="614439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600" spc="-10" baseline="0" dirty="0" err="1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600" spc="-10" baseline="0" dirty="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Any use of this work without express written consent is strictly prohibited.</a:t>
            </a:r>
            <a:endParaRPr lang="it-IT" sz="600" spc="-10" baseline="0" dirty="0">
              <a:solidFill>
                <a:srgbClr val="92929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47AEE-98EC-0C43-8D64-9D05BF501A01}" type="datetime1">
              <a:rPr lang="it-IT" smtClean="0"/>
              <a:t>17/02/2026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/>
  <p:txStyles>
    <p:titleStyle>
      <a:lvl1pPr algn="l" defTabSz="3429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89709-A8A7-390C-7AC7-DE3839609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02D0C-839A-CF4F-9D15-89FD2575D155}" type="datetime1">
              <a:rPr lang="it-IT" smtClean="0"/>
              <a:t>17/02/2026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Hello, world.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437CA-2166-DEEB-87CD-41B620B6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63DC9-7BB4-E652-0799-718F53EFC8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9C7945CA-8852-CF4A-A88C-560042723BA1}" type="datetime1">
              <a:rPr lang="it-IT" smtClean="0"/>
              <a:t>17/02/2026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059A00-728F-A95D-6FAE-B2017A99C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EB18E8-0B93-7B8C-611E-7E0542BE7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656B8-AA82-1140-46D6-805A463786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64E14661-1291-564D-ADDE-841126F5283D}" type="datetime1">
              <a:rPr lang="it-IT" smtClean="0"/>
              <a:t>17/02/2026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7238D61-7B8E-55A3-78CB-6554D4A6A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900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9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388988b-4d1e-4dd8-9be1-c24250b79f5d}" enabled="1" method="Standard" siteId="{8c5c6269-8307-4f2e-959c-df03fffca4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51</Words>
  <Application>Microsoft Office PowerPoint</Application>
  <PresentationFormat>On-screen Show (16:9)</PresentationFormat>
  <Paragraphs>19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matteo.larcher@idvgroup.com</dc:creator>
  <cp:lastModifiedBy>LARCHER MATTEO (IDV Group)</cp:lastModifiedBy>
  <cp:revision>28</cp:revision>
  <dcterms:created xsi:type="dcterms:W3CDTF">2017-06-05T14:10:58Z</dcterms:created>
  <dcterms:modified xsi:type="dcterms:W3CDTF">2026-02-16T23:49:22Z</dcterms:modified>
</cp:coreProperties>
</file>