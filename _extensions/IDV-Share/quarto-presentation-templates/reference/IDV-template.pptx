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C99BD7-623F-4809-B01E-CFB7750E2573}" v="11" dt="2026-02-10T18:06:58.4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6317" autoAdjust="0"/>
    <p:restoredTop sz="94705" autoAdjust="0"/>
  </p:normalViewPr>
  <p:slideViewPr>
    <p:cSldViewPr snapToGrid="0" snapToObjects="1">
      <p:cViewPr varScale="1">
        <p:scale>
          <a:sx n="139" d="100"/>
          <a:sy n="139" d="100"/>
        </p:scale>
        <p:origin x="1320" y="12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86" d="100"/>
          <a:sy n="186" d="100"/>
        </p:scale>
        <p:origin x="8040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CHER MATTEO (IDV Group)" userId="db0184d6-40e4-497e-a5fe-b974eecd6a99" providerId="ADAL" clId="{C0C99BD7-623F-4809-B01E-CFB7750E2573}"/>
    <pc:docChg chg="undo custSel modMainMaster">
      <pc:chgData name="LARCHER MATTEO (IDV Group)" userId="db0184d6-40e4-497e-a5fe-b974eecd6a99" providerId="ADAL" clId="{C0C99BD7-623F-4809-B01E-CFB7750E2573}" dt="2026-02-10T18:06:58.428" v="55"/>
      <pc:docMkLst>
        <pc:docMk/>
      </pc:docMkLst>
      <pc:sldMasterChg chg="modSldLayout">
        <pc:chgData name="LARCHER MATTEO (IDV Group)" userId="db0184d6-40e4-497e-a5fe-b974eecd6a99" providerId="ADAL" clId="{C0C99BD7-623F-4809-B01E-CFB7750E2573}" dt="2026-02-10T18:06:58.428" v="55"/>
        <pc:sldMasterMkLst>
          <pc:docMk/>
          <pc:sldMasterMk cId="3676200875" sldId="2147483648"/>
        </pc:sldMasterMkLst>
        <pc:sldLayoutChg chg="addSp delSp modSp mod">
          <pc:chgData name="LARCHER MATTEO (IDV Group)" userId="db0184d6-40e4-497e-a5fe-b974eecd6a99" providerId="ADAL" clId="{C0C99BD7-623F-4809-B01E-CFB7750E2573}" dt="2026-02-10T18:05:24.636" v="19"/>
          <pc:sldLayoutMkLst>
            <pc:docMk/>
            <pc:sldMasterMk cId="3676200875" sldId="2147483648"/>
            <pc:sldLayoutMk cId="338346009" sldId="2147483650"/>
          </pc:sldLayoutMkLst>
          <pc:spChg chg="del">
            <ac:chgData name="LARCHER MATTEO (IDV Group)" userId="db0184d6-40e4-497e-a5fe-b974eecd6a99" providerId="ADAL" clId="{C0C99BD7-623F-4809-B01E-CFB7750E2573}" dt="2026-02-10T18:05:17.884" v="16" actId="478"/>
            <ac:spMkLst>
              <pc:docMk/>
              <pc:sldMasterMk cId="3676200875" sldId="2147483648"/>
              <pc:sldLayoutMk cId="338346009" sldId="2147483650"/>
              <ac:spMk id="4" creationId="{00000000-0000-0000-0000-000000000000}"/>
            </ac:spMkLst>
          </pc:spChg>
          <pc:spChg chg="del">
            <ac:chgData name="LARCHER MATTEO (IDV Group)" userId="db0184d6-40e4-497e-a5fe-b974eecd6a99" providerId="ADAL" clId="{C0C99BD7-623F-4809-B01E-CFB7750E2573}" dt="2026-02-10T18:05:19.515" v="17" actId="478"/>
            <ac:spMkLst>
              <pc:docMk/>
              <pc:sldMasterMk cId="3676200875" sldId="2147483648"/>
              <pc:sldLayoutMk cId="338346009" sldId="2147483650"/>
              <ac:spMk id="5" creationId="{00000000-0000-0000-0000-000000000000}"/>
            </ac:spMkLst>
          </pc:spChg>
          <pc:spChg chg="del">
            <ac:chgData name="LARCHER MATTEO (IDV Group)" userId="db0184d6-40e4-497e-a5fe-b974eecd6a99" providerId="ADAL" clId="{C0C99BD7-623F-4809-B01E-CFB7750E2573}" dt="2026-02-10T18:05:20.989" v="18" actId="478"/>
            <ac:spMkLst>
              <pc:docMk/>
              <pc:sldMasterMk cId="3676200875" sldId="2147483648"/>
              <pc:sldLayoutMk cId="338346009" sldId="2147483650"/>
              <ac:spMk id="7" creationId="{DC0F4838-F6BF-C30B-C410-5E532DCDEE34}"/>
            </ac:spMkLst>
          </pc:spChg>
          <pc:spChg chg="add mod">
            <ac:chgData name="LARCHER MATTEO (IDV Group)" userId="db0184d6-40e4-497e-a5fe-b974eecd6a99" providerId="ADAL" clId="{C0C99BD7-623F-4809-B01E-CFB7750E2573}" dt="2026-02-10T18:05:24.636" v="19"/>
            <ac:spMkLst>
              <pc:docMk/>
              <pc:sldMasterMk cId="3676200875" sldId="2147483648"/>
              <pc:sldLayoutMk cId="338346009" sldId="2147483650"/>
              <ac:spMk id="8" creationId="{41E08C21-258C-AE13-75FE-C21C90539E06}"/>
            </ac:spMkLst>
          </pc:spChg>
          <pc:spChg chg="add mod">
            <ac:chgData name="LARCHER MATTEO (IDV Group)" userId="db0184d6-40e4-497e-a5fe-b974eecd6a99" providerId="ADAL" clId="{C0C99BD7-623F-4809-B01E-CFB7750E2573}" dt="2026-02-10T18:05:24.636" v="19"/>
            <ac:spMkLst>
              <pc:docMk/>
              <pc:sldMasterMk cId="3676200875" sldId="2147483648"/>
              <pc:sldLayoutMk cId="338346009" sldId="2147483650"/>
              <ac:spMk id="12" creationId="{41FF191B-B050-8EC2-28F4-138E94F7812D}"/>
            </ac:spMkLst>
          </pc:spChg>
          <pc:spChg chg="add mod">
            <ac:chgData name="LARCHER MATTEO (IDV Group)" userId="db0184d6-40e4-497e-a5fe-b974eecd6a99" providerId="ADAL" clId="{C0C99BD7-623F-4809-B01E-CFB7750E2573}" dt="2026-02-10T18:05:24.636" v="19"/>
            <ac:spMkLst>
              <pc:docMk/>
              <pc:sldMasterMk cId="3676200875" sldId="2147483648"/>
              <pc:sldLayoutMk cId="338346009" sldId="2147483650"/>
              <ac:spMk id="13" creationId="{94B64F0D-639F-48C9-18D3-58ADDF542781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0T18:05:52.660" v="27"/>
          <pc:sldLayoutMkLst>
            <pc:docMk/>
            <pc:sldMasterMk cId="3676200875" sldId="2147483648"/>
            <pc:sldLayoutMk cId="2619886245" sldId="2147483652"/>
          </pc:sldLayoutMkLst>
          <pc:spChg chg="del">
            <ac:chgData name="LARCHER MATTEO (IDV Group)" userId="db0184d6-40e4-497e-a5fe-b974eecd6a99" providerId="ADAL" clId="{C0C99BD7-623F-4809-B01E-CFB7750E2573}" dt="2026-02-10T18:05:48.042" v="25" actId="478"/>
            <ac:spMkLst>
              <pc:docMk/>
              <pc:sldMasterMk cId="3676200875" sldId="2147483648"/>
              <pc:sldLayoutMk cId="2619886245" sldId="2147483652"/>
              <ac:spMk id="5" creationId="{36A728D5-5BBE-C9BE-C8CB-7E6F35D77231}"/>
            </ac:spMkLst>
          </pc:spChg>
          <pc:spChg chg="add mod">
            <ac:chgData name="LARCHER MATTEO (IDV Group)" userId="db0184d6-40e4-497e-a5fe-b974eecd6a99" providerId="ADAL" clId="{C0C99BD7-623F-4809-B01E-CFB7750E2573}" dt="2026-02-10T18:05:52.660" v="27"/>
            <ac:spMkLst>
              <pc:docMk/>
              <pc:sldMasterMk cId="3676200875" sldId="2147483648"/>
              <pc:sldLayoutMk cId="2619886245" sldId="2147483652"/>
              <ac:spMk id="6" creationId="{3D0F4771-8AB8-078F-DC78-B397B4F3D0A1}"/>
            </ac:spMkLst>
          </pc:spChg>
          <pc:spChg chg="add mod">
            <ac:chgData name="LARCHER MATTEO (IDV Group)" userId="db0184d6-40e4-497e-a5fe-b974eecd6a99" providerId="ADAL" clId="{C0C99BD7-623F-4809-B01E-CFB7750E2573}" dt="2026-02-10T18:05:52.660" v="27"/>
            <ac:spMkLst>
              <pc:docMk/>
              <pc:sldMasterMk cId="3676200875" sldId="2147483648"/>
              <pc:sldLayoutMk cId="2619886245" sldId="2147483652"/>
              <ac:spMk id="7" creationId="{8101B048-30E1-B224-4B98-3A9EBBB3F171}"/>
            </ac:spMkLst>
          </pc:spChg>
          <pc:spChg chg="add mod">
            <ac:chgData name="LARCHER MATTEO (IDV Group)" userId="db0184d6-40e4-497e-a5fe-b974eecd6a99" providerId="ADAL" clId="{C0C99BD7-623F-4809-B01E-CFB7750E2573}" dt="2026-02-10T18:05:52.660" v="27"/>
            <ac:spMkLst>
              <pc:docMk/>
              <pc:sldMasterMk cId="3676200875" sldId="2147483648"/>
              <pc:sldLayoutMk cId="2619886245" sldId="2147483652"/>
              <ac:spMk id="8" creationId="{2F6EFAC2-B140-4F02-2719-6ACA51832925}"/>
            </ac:spMkLst>
          </pc:spChg>
          <pc:spChg chg="del">
            <ac:chgData name="LARCHER MATTEO (IDV Group)" userId="db0184d6-40e4-497e-a5fe-b974eecd6a99" providerId="ADAL" clId="{C0C99BD7-623F-4809-B01E-CFB7750E2573}" dt="2026-02-10T18:05:46.684" v="24" actId="478"/>
            <ac:spMkLst>
              <pc:docMk/>
              <pc:sldMasterMk cId="3676200875" sldId="2147483648"/>
              <pc:sldLayoutMk cId="2619886245" sldId="2147483652"/>
              <ac:spMk id="9" creationId="{C4053F5D-6FBA-B899-9B82-B9093E335267}"/>
            </ac:spMkLst>
          </pc:spChg>
          <pc:spChg chg="del">
            <ac:chgData name="LARCHER MATTEO (IDV Group)" userId="db0184d6-40e4-497e-a5fe-b974eecd6a99" providerId="ADAL" clId="{C0C99BD7-623F-4809-B01E-CFB7750E2573}" dt="2026-02-10T18:05:51.259" v="26" actId="478"/>
            <ac:spMkLst>
              <pc:docMk/>
              <pc:sldMasterMk cId="3676200875" sldId="2147483648"/>
              <pc:sldLayoutMk cId="2619886245" sldId="2147483652"/>
              <ac:spMk id="10" creationId="{BB17D917-DE37-B43C-7F01-65FA3EFC88FA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0T18:06:01.644" v="31"/>
          <pc:sldLayoutMkLst>
            <pc:docMk/>
            <pc:sldMasterMk cId="3676200875" sldId="2147483648"/>
            <pc:sldLayoutMk cId="2535793967" sldId="2147483653"/>
          </pc:sldLayoutMkLst>
          <pc:spChg chg="del">
            <ac:chgData name="LARCHER MATTEO (IDV Group)" userId="db0184d6-40e4-497e-a5fe-b974eecd6a99" providerId="ADAL" clId="{C0C99BD7-623F-4809-B01E-CFB7750E2573}" dt="2026-02-10T18:05:58.650" v="29" actId="478"/>
            <ac:spMkLst>
              <pc:docMk/>
              <pc:sldMasterMk cId="3676200875" sldId="2147483648"/>
              <pc:sldLayoutMk cId="2535793967" sldId="2147483653"/>
              <ac:spMk id="7" creationId="{2AAF3200-A4E9-67DF-6962-7DE8759EEE6D}"/>
            </ac:spMkLst>
          </pc:spChg>
          <pc:spChg chg="add mod">
            <ac:chgData name="LARCHER MATTEO (IDV Group)" userId="db0184d6-40e4-497e-a5fe-b974eecd6a99" providerId="ADAL" clId="{C0C99BD7-623F-4809-B01E-CFB7750E2573}" dt="2026-02-10T18:06:01.644" v="31"/>
            <ac:spMkLst>
              <pc:docMk/>
              <pc:sldMasterMk cId="3676200875" sldId="2147483648"/>
              <pc:sldLayoutMk cId="2535793967" sldId="2147483653"/>
              <ac:spMk id="8" creationId="{83FEA519-AFF1-9BAC-77EE-613D983768EC}"/>
            </ac:spMkLst>
          </pc:spChg>
          <pc:spChg chg="add mod">
            <ac:chgData name="LARCHER MATTEO (IDV Group)" userId="db0184d6-40e4-497e-a5fe-b974eecd6a99" providerId="ADAL" clId="{C0C99BD7-623F-4809-B01E-CFB7750E2573}" dt="2026-02-10T18:06:01.644" v="31"/>
            <ac:spMkLst>
              <pc:docMk/>
              <pc:sldMasterMk cId="3676200875" sldId="2147483648"/>
              <pc:sldLayoutMk cId="2535793967" sldId="2147483653"/>
              <ac:spMk id="9" creationId="{DC18DF14-CD00-67F5-96D3-71A18578BF00}"/>
            </ac:spMkLst>
          </pc:spChg>
          <pc:spChg chg="add mod">
            <ac:chgData name="LARCHER MATTEO (IDV Group)" userId="db0184d6-40e4-497e-a5fe-b974eecd6a99" providerId="ADAL" clId="{C0C99BD7-623F-4809-B01E-CFB7750E2573}" dt="2026-02-10T18:06:01.644" v="31"/>
            <ac:spMkLst>
              <pc:docMk/>
              <pc:sldMasterMk cId="3676200875" sldId="2147483648"/>
              <pc:sldLayoutMk cId="2535793967" sldId="2147483653"/>
              <ac:spMk id="10" creationId="{05F4EA1A-7BC8-CB03-4BE7-88B7F503D813}"/>
            </ac:spMkLst>
          </pc:spChg>
          <pc:spChg chg="del">
            <ac:chgData name="LARCHER MATTEO (IDV Group)" userId="db0184d6-40e4-497e-a5fe-b974eecd6a99" providerId="ADAL" clId="{C0C99BD7-623F-4809-B01E-CFB7750E2573}" dt="2026-02-10T18:05:57.083" v="28" actId="478"/>
            <ac:spMkLst>
              <pc:docMk/>
              <pc:sldMasterMk cId="3676200875" sldId="2147483648"/>
              <pc:sldLayoutMk cId="2535793967" sldId="2147483653"/>
              <ac:spMk id="11" creationId="{49F71F15-28F7-2AFB-0561-2D46D21B76B0}"/>
            </ac:spMkLst>
          </pc:spChg>
          <pc:spChg chg="del">
            <ac:chgData name="LARCHER MATTEO (IDV Group)" userId="db0184d6-40e4-497e-a5fe-b974eecd6a99" providerId="ADAL" clId="{C0C99BD7-623F-4809-B01E-CFB7750E2573}" dt="2026-02-10T18:06:00.251" v="30" actId="478"/>
            <ac:spMkLst>
              <pc:docMk/>
              <pc:sldMasterMk cId="3676200875" sldId="2147483648"/>
              <pc:sldLayoutMk cId="2535793967" sldId="2147483653"/>
              <ac:spMk id="12" creationId="{8F417543-5403-66B4-114C-C61D3E3DBB66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0T18:06:10.954" v="35"/>
          <pc:sldLayoutMkLst>
            <pc:docMk/>
            <pc:sldMasterMk cId="3676200875" sldId="2147483648"/>
            <pc:sldLayoutMk cId="3472721253" sldId="2147483654"/>
          </pc:sldLayoutMkLst>
          <pc:spChg chg="del">
            <ac:chgData name="LARCHER MATTEO (IDV Group)" userId="db0184d6-40e4-497e-a5fe-b974eecd6a99" providerId="ADAL" clId="{C0C99BD7-623F-4809-B01E-CFB7750E2573}" dt="2026-02-10T18:06:09.651" v="34" actId="478"/>
            <ac:spMkLst>
              <pc:docMk/>
              <pc:sldMasterMk cId="3676200875" sldId="2147483648"/>
              <pc:sldLayoutMk cId="3472721253" sldId="2147483654"/>
              <ac:spMk id="3" creationId="{8F0BB32C-C6A2-82A8-490B-7538697EFCED}"/>
            </ac:spMkLst>
          </pc:spChg>
          <pc:spChg chg="add mod">
            <ac:chgData name="LARCHER MATTEO (IDV Group)" userId="db0184d6-40e4-497e-a5fe-b974eecd6a99" providerId="ADAL" clId="{C0C99BD7-623F-4809-B01E-CFB7750E2573}" dt="2026-02-10T18:06:10.954" v="35"/>
            <ac:spMkLst>
              <pc:docMk/>
              <pc:sldMasterMk cId="3676200875" sldId="2147483648"/>
              <pc:sldLayoutMk cId="3472721253" sldId="2147483654"/>
              <ac:spMk id="4" creationId="{410D6FD3-F0A6-9E97-8EC0-E1CCC2B7E703}"/>
            </ac:spMkLst>
          </pc:spChg>
          <pc:spChg chg="add mod">
            <ac:chgData name="LARCHER MATTEO (IDV Group)" userId="db0184d6-40e4-497e-a5fe-b974eecd6a99" providerId="ADAL" clId="{C0C99BD7-623F-4809-B01E-CFB7750E2573}" dt="2026-02-10T18:06:10.954" v="35"/>
            <ac:spMkLst>
              <pc:docMk/>
              <pc:sldMasterMk cId="3676200875" sldId="2147483648"/>
              <pc:sldLayoutMk cId="3472721253" sldId="2147483654"/>
              <ac:spMk id="5" creationId="{BB534351-4221-27F8-F02E-7F05F1EBD0DE}"/>
            </ac:spMkLst>
          </pc:spChg>
          <pc:spChg chg="add mod">
            <ac:chgData name="LARCHER MATTEO (IDV Group)" userId="db0184d6-40e4-497e-a5fe-b974eecd6a99" providerId="ADAL" clId="{C0C99BD7-623F-4809-B01E-CFB7750E2573}" dt="2026-02-10T18:06:10.954" v="35"/>
            <ac:spMkLst>
              <pc:docMk/>
              <pc:sldMasterMk cId="3676200875" sldId="2147483648"/>
              <pc:sldLayoutMk cId="3472721253" sldId="2147483654"/>
              <ac:spMk id="6" creationId="{C4822D55-90CB-F8AF-3E85-2686202A21A8}"/>
            </ac:spMkLst>
          </pc:spChg>
          <pc:spChg chg="del">
            <ac:chgData name="LARCHER MATTEO (IDV Group)" userId="db0184d6-40e4-497e-a5fe-b974eecd6a99" providerId="ADAL" clId="{C0C99BD7-623F-4809-B01E-CFB7750E2573}" dt="2026-02-10T18:06:07.043" v="32" actId="478"/>
            <ac:spMkLst>
              <pc:docMk/>
              <pc:sldMasterMk cId="3676200875" sldId="2147483648"/>
              <pc:sldLayoutMk cId="3472721253" sldId="2147483654"/>
              <ac:spMk id="7" creationId="{3E3EC6A0-D5A9-CC66-04AC-E97B0756CB15}"/>
            </ac:spMkLst>
          </pc:spChg>
          <pc:spChg chg="del">
            <ac:chgData name="LARCHER MATTEO (IDV Group)" userId="db0184d6-40e4-497e-a5fe-b974eecd6a99" providerId="ADAL" clId="{C0C99BD7-623F-4809-B01E-CFB7750E2573}" dt="2026-02-10T18:06:08.577" v="33" actId="478"/>
            <ac:spMkLst>
              <pc:docMk/>
              <pc:sldMasterMk cId="3676200875" sldId="2147483648"/>
              <pc:sldLayoutMk cId="3472721253" sldId="2147483654"/>
              <ac:spMk id="8" creationId="{DB2FD283-0D8C-247C-BFEE-0557A57D0063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0T18:06:19.267" v="39"/>
          <pc:sldLayoutMkLst>
            <pc:docMk/>
            <pc:sldMasterMk cId="3676200875" sldId="2147483648"/>
            <pc:sldLayoutMk cId="2130901097" sldId="2147483655"/>
          </pc:sldLayoutMkLst>
          <pc:spChg chg="del">
            <ac:chgData name="LARCHER MATTEO (IDV Group)" userId="db0184d6-40e4-497e-a5fe-b974eecd6a99" providerId="ADAL" clId="{C0C99BD7-623F-4809-B01E-CFB7750E2573}" dt="2026-02-10T18:06:15.962" v="37" actId="478"/>
            <ac:spMkLst>
              <pc:docMk/>
              <pc:sldMasterMk cId="3676200875" sldId="2147483648"/>
              <pc:sldLayoutMk cId="2130901097" sldId="2147483655"/>
              <ac:spMk id="2" creationId="{5ECDEA0F-CD3F-E988-8F7E-CF36959BCCB4}"/>
            </ac:spMkLst>
          </pc:spChg>
          <pc:spChg chg="add mod">
            <ac:chgData name="LARCHER MATTEO (IDV Group)" userId="db0184d6-40e4-497e-a5fe-b974eecd6a99" providerId="ADAL" clId="{C0C99BD7-623F-4809-B01E-CFB7750E2573}" dt="2026-02-10T18:06:19.267" v="39"/>
            <ac:spMkLst>
              <pc:docMk/>
              <pc:sldMasterMk cId="3676200875" sldId="2147483648"/>
              <pc:sldLayoutMk cId="2130901097" sldId="2147483655"/>
              <ac:spMk id="3" creationId="{C80F4F23-3D03-8950-5BED-B52565587EEA}"/>
            </ac:spMkLst>
          </pc:spChg>
          <pc:spChg chg="add mod">
            <ac:chgData name="LARCHER MATTEO (IDV Group)" userId="db0184d6-40e4-497e-a5fe-b974eecd6a99" providerId="ADAL" clId="{C0C99BD7-623F-4809-B01E-CFB7750E2573}" dt="2026-02-10T18:06:19.267" v="39"/>
            <ac:spMkLst>
              <pc:docMk/>
              <pc:sldMasterMk cId="3676200875" sldId="2147483648"/>
              <pc:sldLayoutMk cId="2130901097" sldId="2147483655"/>
              <ac:spMk id="4" creationId="{EE7AFD33-9FB5-12FB-E54E-8CD8F3271062}"/>
            </ac:spMkLst>
          </pc:spChg>
          <pc:spChg chg="add mod">
            <ac:chgData name="LARCHER MATTEO (IDV Group)" userId="db0184d6-40e4-497e-a5fe-b974eecd6a99" providerId="ADAL" clId="{C0C99BD7-623F-4809-B01E-CFB7750E2573}" dt="2026-02-10T18:06:19.267" v="39"/>
            <ac:spMkLst>
              <pc:docMk/>
              <pc:sldMasterMk cId="3676200875" sldId="2147483648"/>
              <pc:sldLayoutMk cId="2130901097" sldId="2147483655"/>
              <ac:spMk id="5" creationId="{931C25FA-D200-3E45-5218-5E7FF21E9CE4}"/>
            </ac:spMkLst>
          </pc:spChg>
          <pc:spChg chg="del">
            <ac:chgData name="LARCHER MATTEO (IDV Group)" userId="db0184d6-40e4-497e-a5fe-b974eecd6a99" providerId="ADAL" clId="{C0C99BD7-623F-4809-B01E-CFB7750E2573}" dt="2026-02-10T18:06:14.138" v="36" actId="478"/>
            <ac:spMkLst>
              <pc:docMk/>
              <pc:sldMasterMk cId="3676200875" sldId="2147483648"/>
              <pc:sldLayoutMk cId="2130901097" sldId="2147483655"/>
              <ac:spMk id="6" creationId="{9D7B9609-DC00-77FF-632B-7CA52E337E03}"/>
            </ac:spMkLst>
          </pc:spChg>
          <pc:spChg chg="del">
            <ac:chgData name="LARCHER MATTEO (IDV Group)" userId="db0184d6-40e4-497e-a5fe-b974eecd6a99" providerId="ADAL" clId="{C0C99BD7-623F-4809-B01E-CFB7750E2573}" dt="2026-02-10T18:06:17.635" v="38" actId="478"/>
            <ac:spMkLst>
              <pc:docMk/>
              <pc:sldMasterMk cId="3676200875" sldId="2147483648"/>
              <pc:sldLayoutMk cId="2130901097" sldId="2147483655"/>
              <ac:spMk id="7" creationId="{E05F8820-21D2-6E53-F11B-4CA5D1C131A4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0T18:06:30.935" v="43"/>
          <pc:sldLayoutMkLst>
            <pc:docMk/>
            <pc:sldMasterMk cId="3676200875" sldId="2147483648"/>
            <pc:sldLayoutMk cId="3540895647" sldId="2147483656"/>
          </pc:sldLayoutMkLst>
          <pc:spChg chg="del">
            <ac:chgData name="LARCHER MATTEO (IDV Group)" userId="db0184d6-40e4-497e-a5fe-b974eecd6a99" providerId="ADAL" clId="{C0C99BD7-623F-4809-B01E-CFB7750E2573}" dt="2026-02-10T18:06:27.730" v="41" actId="478"/>
            <ac:spMkLst>
              <pc:docMk/>
              <pc:sldMasterMk cId="3676200875" sldId="2147483648"/>
              <pc:sldLayoutMk cId="3540895647" sldId="2147483656"/>
              <ac:spMk id="5" creationId="{E08D9B6F-D6D8-AE83-7546-E14BE6C2E410}"/>
            </ac:spMkLst>
          </pc:spChg>
          <pc:spChg chg="add mod">
            <ac:chgData name="LARCHER MATTEO (IDV Group)" userId="db0184d6-40e4-497e-a5fe-b974eecd6a99" providerId="ADAL" clId="{C0C99BD7-623F-4809-B01E-CFB7750E2573}" dt="2026-02-10T18:06:30.935" v="43"/>
            <ac:spMkLst>
              <pc:docMk/>
              <pc:sldMasterMk cId="3676200875" sldId="2147483648"/>
              <pc:sldLayoutMk cId="3540895647" sldId="2147483656"/>
              <ac:spMk id="6" creationId="{1FB3E479-3FB2-2124-8CDC-FA3D202BBC7D}"/>
            </ac:spMkLst>
          </pc:spChg>
          <pc:spChg chg="add mod">
            <ac:chgData name="LARCHER MATTEO (IDV Group)" userId="db0184d6-40e4-497e-a5fe-b974eecd6a99" providerId="ADAL" clId="{C0C99BD7-623F-4809-B01E-CFB7750E2573}" dt="2026-02-10T18:06:30.935" v="43"/>
            <ac:spMkLst>
              <pc:docMk/>
              <pc:sldMasterMk cId="3676200875" sldId="2147483648"/>
              <pc:sldLayoutMk cId="3540895647" sldId="2147483656"/>
              <ac:spMk id="7" creationId="{30D704D9-B764-0534-65D0-DCA588F88C80}"/>
            </ac:spMkLst>
          </pc:spChg>
          <pc:spChg chg="add mod">
            <ac:chgData name="LARCHER MATTEO (IDV Group)" userId="db0184d6-40e4-497e-a5fe-b974eecd6a99" providerId="ADAL" clId="{C0C99BD7-623F-4809-B01E-CFB7750E2573}" dt="2026-02-10T18:06:30.935" v="43"/>
            <ac:spMkLst>
              <pc:docMk/>
              <pc:sldMasterMk cId="3676200875" sldId="2147483648"/>
              <pc:sldLayoutMk cId="3540895647" sldId="2147483656"/>
              <ac:spMk id="8" creationId="{2600830C-D3CF-63CF-DBB0-F4615FFF3167}"/>
            </ac:spMkLst>
          </pc:spChg>
          <pc:spChg chg="del">
            <ac:chgData name="LARCHER MATTEO (IDV Group)" userId="db0184d6-40e4-497e-a5fe-b974eecd6a99" providerId="ADAL" clId="{C0C99BD7-623F-4809-B01E-CFB7750E2573}" dt="2026-02-10T18:06:26.571" v="40" actId="478"/>
            <ac:spMkLst>
              <pc:docMk/>
              <pc:sldMasterMk cId="3676200875" sldId="2147483648"/>
              <pc:sldLayoutMk cId="3540895647" sldId="2147483656"/>
              <ac:spMk id="9" creationId="{C8F14B97-C2FE-7D33-9A73-677B703E4162}"/>
            </ac:spMkLst>
          </pc:spChg>
          <pc:spChg chg="del">
            <ac:chgData name="LARCHER MATTEO (IDV Group)" userId="db0184d6-40e4-497e-a5fe-b974eecd6a99" providerId="ADAL" clId="{C0C99BD7-623F-4809-B01E-CFB7750E2573}" dt="2026-02-10T18:06:29.099" v="42" actId="478"/>
            <ac:spMkLst>
              <pc:docMk/>
              <pc:sldMasterMk cId="3676200875" sldId="2147483648"/>
              <pc:sldLayoutMk cId="3540895647" sldId="2147483656"/>
              <ac:spMk id="10" creationId="{2732B988-C56E-F0AF-F481-B574EF281DCE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0T18:06:40.283" v="47"/>
          <pc:sldLayoutMkLst>
            <pc:docMk/>
            <pc:sldMasterMk cId="3676200875" sldId="2147483648"/>
            <pc:sldLayoutMk cId="3566899855" sldId="2147483657"/>
          </pc:sldLayoutMkLst>
          <pc:spChg chg="del">
            <ac:chgData name="LARCHER MATTEO (IDV Group)" userId="db0184d6-40e4-497e-a5fe-b974eecd6a99" providerId="ADAL" clId="{C0C99BD7-623F-4809-B01E-CFB7750E2573}" dt="2026-02-10T18:06:38.907" v="46" actId="478"/>
            <ac:spMkLst>
              <pc:docMk/>
              <pc:sldMasterMk cId="3676200875" sldId="2147483648"/>
              <pc:sldLayoutMk cId="3566899855" sldId="2147483657"/>
              <ac:spMk id="5" creationId="{FDDE0A73-7F0F-1EE2-B8F1-2B2B4B0427D3}"/>
            </ac:spMkLst>
          </pc:spChg>
          <pc:spChg chg="add mod">
            <ac:chgData name="LARCHER MATTEO (IDV Group)" userId="db0184d6-40e4-497e-a5fe-b974eecd6a99" providerId="ADAL" clId="{C0C99BD7-623F-4809-B01E-CFB7750E2573}" dt="2026-02-10T18:06:40.283" v="47"/>
            <ac:spMkLst>
              <pc:docMk/>
              <pc:sldMasterMk cId="3676200875" sldId="2147483648"/>
              <pc:sldLayoutMk cId="3566899855" sldId="2147483657"/>
              <ac:spMk id="6" creationId="{C1CC02D2-8DCF-0B10-B0E8-2819DBB1B3F7}"/>
            </ac:spMkLst>
          </pc:spChg>
          <pc:spChg chg="add mod">
            <ac:chgData name="LARCHER MATTEO (IDV Group)" userId="db0184d6-40e4-497e-a5fe-b974eecd6a99" providerId="ADAL" clId="{C0C99BD7-623F-4809-B01E-CFB7750E2573}" dt="2026-02-10T18:06:40.283" v="47"/>
            <ac:spMkLst>
              <pc:docMk/>
              <pc:sldMasterMk cId="3676200875" sldId="2147483648"/>
              <pc:sldLayoutMk cId="3566899855" sldId="2147483657"/>
              <ac:spMk id="7" creationId="{DF32FAF4-4D9D-6BF7-909C-B06B057F2B85}"/>
            </ac:spMkLst>
          </pc:spChg>
          <pc:spChg chg="add mod">
            <ac:chgData name="LARCHER MATTEO (IDV Group)" userId="db0184d6-40e4-497e-a5fe-b974eecd6a99" providerId="ADAL" clId="{C0C99BD7-623F-4809-B01E-CFB7750E2573}" dt="2026-02-10T18:06:40.283" v="47"/>
            <ac:spMkLst>
              <pc:docMk/>
              <pc:sldMasterMk cId="3676200875" sldId="2147483648"/>
              <pc:sldLayoutMk cId="3566899855" sldId="2147483657"/>
              <ac:spMk id="8" creationId="{EF4B1562-25A7-4119-69B7-C0434CF5E65C}"/>
            </ac:spMkLst>
          </pc:spChg>
          <pc:spChg chg="del">
            <ac:chgData name="LARCHER MATTEO (IDV Group)" userId="db0184d6-40e4-497e-a5fe-b974eecd6a99" providerId="ADAL" clId="{C0C99BD7-623F-4809-B01E-CFB7750E2573}" dt="2026-02-10T18:06:35.141" v="44" actId="478"/>
            <ac:spMkLst>
              <pc:docMk/>
              <pc:sldMasterMk cId="3676200875" sldId="2147483648"/>
              <pc:sldLayoutMk cId="3566899855" sldId="2147483657"/>
              <ac:spMk id="9" creationId="{55C1476F-4732-ED78-4526-CECED718B05F}"/>
            </ac:spMkLst>
          </pc:spChg>
          <pc:spChg chg="del">
            <ac:chgData name="LARCHER MATTEO (IDV Group)" userId="db0184d6-40e4-497e-a5fe-b974eecd6a99" providerId="ADAL" clId="{C0C99BD7-623F-4809-B01E-CFB7750E2573}" dt="2026-02-10T18:06:37.179" v="45" actId="478"/>
            <ac:spMkLst>
              <pc:docMk/>
              <pc:sldMasterMk cId="3676200875" sldId="2147483648"/>
              <pc:sldLayoutMk cId="3566899855" sldId="2147483657"/>
              <ac:spMk id="10" creationId="{90E4D274-C795-B39D-7EA8-FFEF6000E5B7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0T18:06:49.971" v="51"/>
          <pc:sldLayoutMkLst>
            <pc:docMk/>
            <pc:sldMasterMk cId="3676200875" sldId="2147483648"/>
            <pc:sldLayoutMk cId="313914798" sldId="2147483658"/>
          </pc:sldLayoutMkLst>
          <pc:spChg chg="del">
            <ac:chgData name="LARCHER MATTEO (IDV Group)" userId="db0184d6-40e4-497e-a5fe-b974eecd6a99" providerId="ADAL" clId="{C0C99BD7-623F-4809-B01E-CFB7750E2573}" dt="2026-02-10T18:06:48.699" v="50" actId="478"/>
            <ac:spMkLst>
              <pc:docMk/>
              <pc:sldMasterMk cId="3676200875" sldId="2147483648"/>
              <pc:sldLayoutMk cId="313914798" sldId="2147483658"/>
              <ac:spMk id="4" creationId="{F1D6BA0C-FCB1-B18B-A578-8A41AB44F39E}"/>
            </ac:spMkLst>
          </pc:spChg>
          <pc:spChg chg="add mod">
            <ac:chgData name="LARCHER MATTEO (IDV Group)" userId="db0184d6-40e4-497e-a5fe-b974eecd6a99" providerId="ADAL" clId="{C0C99BD7-623F-4809-B01E-CFB7750E2573}" dt="2026-02-10T18:06:49.971" v="51"/>
            <ac:spMkLst>
              <pc:docMk/>
              <pc:sldMasterMk cId="3676200875" sldId="2147483648"/>
              <pc:sldLayoutMk cId="313914798" sldId="2147483658"/>
              <ac:spMk id="5" creationId="{2B44B578-3548-6B56-FCB6-E9B0D2B8FA62}"/>
            </ac:spMkLst>
          </pc:spChg>
          <pc:spChg chg="add mod">
            <ac:chgData name="LARCHER MATTEO (IDV Group)" userId="db0184d6-40e4-497e-a5fe-b974eecd6a99" providerId="ADAL" clId="{C0C99BD7-623F-4809-B01E-CFB7750E2573}" dt="2026-02-10T18:06:49.971" v="51"/>
            <ac:spMkLst>
              <pc:docMk/>
              <pc:sldMasterMk cId="3676200875" sldId="2147483648"/>
              <pc:sldLayoutMk cId="313914798" sldId="2147483658"/>
              <ac:spMk id="6" creationId="{15CB9C6F-1936-3F66-F552-139775221040}"/>
            </ac:spMkLst>
          </pc:spChg>
          <pc:spChg chg="add mod">
            <ac:chgData name="LARCHER MATTEO (IDV Group)" userId="db0184d6-40e4-497e-a5fe-b974eecd6a99" providerId="ADAL" clId="{C0C99BD7-623F-4809-B01E-CFB7750E2573}" dt="2026-02-10T18:06:49.971" v="51"/>
            <ac:spMkLst>
              <pc:docMk/>
              <pc:sldMasterMk cId="3676200875" sldId="2147483648"/>
              <pc:sldLayoutMk cId="313914798" sldId="2147483658"/>
              <ac:spMk id="7" creationId="{8881B6CA-FF45-A357-2046-86F3BBB29499}"/>
            </ac:spMkLst>
          </pc:spChg>
          <pc:spChg chg="del">
            <ac:chgData name="LARCHER MATTEO (IDV Group)" userId="db0184d6-40e4-497e-a5fe-b974eecd6a99" providerId="ADAL" clId="{C0C99BD7-623F-4809-B01E-CFB7750E2573}" dt="2026-02-10T18:06:45.587" v="48" actId="478"/>
            <ac:spMkLst>
              <pc:docMk/>
              <pc:sldMasterMk cId="3676200875" sldId="2147483648"/>
              <pc:sldLayoutMk cId="313914798" sldId="2147483658"/>
              <ac:spMk id="8" creationId="{EF5C7BAF-E8DA-2864-BFF7-17DD2169EA66}"/>
            </ac:spMkLst>
          </pc:spChg>
          <pc:spChg chg="del">
            <ac:chgData name="LARCHER MATTEO (IDV Group)" userId="db0184d6-40e4-497e-a5fe-b974eecd6a99" providerId="ADAL" clId="{C0C99BD7-623F-4809-B01E-CFB7750E2573}" dt="2026-02-10T18:06:47.346" v="49" actId="478"/>
            <ac:spMkLst>
              <pc:docMk/>
              <pc:sldMasterMk cId="3676200875" sldId="2147483648"/>
              <pc:sldLayoutMk cId="313914798" sldId="2147483658"/>
              <ac:spMk id="9" creationId="{AF96C2D0-8F28-04A9-CEC0-F21F6C30BD81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0T18:06:58.428" v="55"/>
          <pc:sldLayoutMkLst>
            <pc:docMk/>
            <pc:sldMasterMk cId="3676200875" sldId="2147483648"/>
            <pc:sldLayoutMk cId="2581529045" sldId="2147483659"/>
          </pc:sldLayoutMkLst>
          <pc:spChg chg="del">
            <ac:chgData name="LARCHER MATTEO (IDV Group)" userId="db0184d6-40e4-497e-a5fe-b974eecd6a99" providerId="ADAL" clId="{C0C99BD7-623F-4809-B01E-CFB7750E2573}" dt="2026-02-10T18:06:57.179" v="54" actId="478"/>
            <ac:spMkLst>
              <pc:docMk/>
              <pc:sldMasterMk cId="3676200875" sldId="2147483648"/>
              <pc:sldLayoutMk cId="2581529045" sldId="2147483659"/>
              <ac:spMk id="4" creationId="{116057FF-9082-1A59-4CD5-DE9592F83772}"/>
            </ac:spMkLst>
          </pc:spChg>
          <pc:spChg chg="add mod">
            <ac:chgData name="LARCHER MATTEO (IDV Group)" userId="db0184d6-40e4-497e-a5fe-b974eecd6a99" providerId="ADAL" clId="{C0C99BD7-623F-4809-B01E-CFB7750E2573}" dt="2026-02-10T18:06:58.428" v="55"/>
            <ac:spMkLst>
              <pc:docMk/>
              <pc:sldMasterMk cId="3676200875" sldId="2147483648"/>
              <pc:sldLayoutMk cId="2581529045" sldId="2147483659"/>
              <ac:spMk id="5" creationId="{6A79D479-814B-574B-BF84-3E5E13D1555A}"/>
            </ac:spMkLst>
          </pc:spChg>
          <pc:spChg chg="add mod">
            <ac:chgData name="LARCHER MATTEO (IDV Group)" userId="db0184d6-40e4-497e-a5fe-b974eecd6a99" providerId="ADAL" clId="{C0C99BD7-623F-4809-B01E-CFB7750E2573}" dt="2026-02-10T18:06:58.428" v="55"/>
            <ac:spMkLst>
              <pc:docMk/>
              <pc:sldMasterMk cId="3676200875" sldId="2147483648"/>
              <pc:sldLayoutMk cId="2581529045" sldId="2147483659"/>
              <ac:spMk id="6" creationId="{63F67F98-1CC1-5752-5836-1D2FFA15E894}"/>
            </ac:spMkLst>
          </pc:spChg>
          <pc:spChg chg="add mod">
            <ac:chgData name="LARCHER MATTEO (IDV Group)" userId="db0184d6-40e4-497e-a5fe-b974eecd6a99" providerId="ADAL" clId="{C0C99BD7-623F-4809-B01E-CFB7750E2573}" dt="2026-02-10T18:06:58.428" v="55"/>
            <ac:spMkLst>
              <pc:docMk/>
              <pc:sldMasterMk cId="3676200875" sldId="2147483648"/>
              <pc:sldLayoutMk cId="2581529045" sldId="2147483659"/>
              <ac:spMk id="7" creationId="{22F81732-5582-1029-EB9C-969D882FB2B1}"/>
            </ac:spMkLst>
          </pc:spChg>
          <pc:spChg chg="del">
            <ac:chgData name="LARCHER MATTEO (IDV Group)" userId="db0184d6-40e4-497e-a5fe-b974eecd6a99" providerId="ADAL" clId="{C0C99BD7-623F-4809-B01E-CFB7750E2573}" dt="2026-02-10T18:06:54.418" v="52" actId="478"/>
            <ac:spMkLst>
              <pc:docMk/>
              <pc:sldMasterMk cId="3676200875" sldId="2147483648"/>
              <pc:sldLayoutMk cId="2581529045" sldId="2147483659"/>
              <ac:spMk id="8" creationId="{30853B47-A73B-7DD5-78CA-F403E3F053C4}"/>
            </ac:spMkLst>
          </pc:spChg>
          <pc:spChg chg="del">
            <ac:chgData name="LARCHER MATTEO (IDV Group)" userId="db0184d6-40e4-497e-a5fe-b974eecd6a99" providerId="ADAL" clId="{C0C99BD7-623F-4809-B01E-CFB7750E2573}" dt="2026-02-10T18:06:55.858" v="53" actId="478"/>
            <ac:spMkLst>
              <pc:docMk/>
              <pc:sldMasterMk cId="3676200875" sldId="2147483648"/>
              <pc:sldLayoutMk cId="2581529045" sldId="2147483659"/>
              <ac:spMk id="9" creationId="{FDF63EFB-6751-8738-21EA-82881632393C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0T18:05:13.992" v="15"/>
          <pc:sldLayoutMkLst>
            <pc:docMk/>
            <pc:sldMasterMk cId="3676200875" sldId="2147483648"/>
            <pc:sldLayoutMk cId="3842282995" sldId="2147483660"/>
          </pc:sldLayoutMkLst>
          <pc:spChg chg="del">
            <ac:chgData name="LARCHER MATTEO (IDV Group)" userId="db0184d6-40e4-497e-a5fe-b974eecd6a99" providerId="ADAL" clId="{C0C99BD7-623F-4809-B01E-CFB7750E2573}" dt="2026-02-10T18:05:08.052" v="10" actId="478"/>
            <ac:spMkLst>
              <pc:docMk/>
              <pc:sldMasterMk cId="3676200875" sldId="2147483648"/>
              <pc:sldLayoutMk cId="3842282995" sldId="2147483660"/>
              <ac:spMk id="4" creationId="{00000000-0000-0000-0000-000000000000}"/>
            </ac:spMkLst>
          </pc:spChg>
          <pc:spChg chg="del">
            <ac:chgData name="LARCHER MATTEO (IDV Group)" userId="db0184d6-40e4-497e-a5fe-b974eecd6a99" providerId="ADAL" clId="{C0C99BD7-623F-4809-B01E-CFB7750E2573}" dt="2026-02-10T18:05:10.857" v="12" actId="478"/>
            <ac:spMkLst>
              <pc:docMk/>
              <pc:sldMasterMk cId="3676200875" sldId="2147483648"/>
              <pc:sldLayoutMk cId="3842282995" sldId="2147483660"/>
              <ac:spMk id="5" creationId="{00000000-0000-0000-0000-000000000000}"/>
            </ac:spMkLst>
          </pc:spChg>
          <pc:spChg chg="del mod">
            <ac:chgData name="LARCHER MATTEO (IDV Group)" userId="db0184d6-40e4-497e-a5fe-b974eecd6a99" providerId="ADAL" clId="{C0C99BD7-623F-4809-B01E-CFB7750E2573}" dt="2026-02-10T18:05:12.355" v="14" actId="478"/>
            <ac:spMkLst>
              <pc:docMk/>
              <pc:sldMasterMk cId="3676200875" sldId="2147483648"/>
              <pc:sldLayoutMk cId="3842282995" sldId="2147483660"/>
              <ac:spMk id="9" creationId="{B38D46BD-367F-3481-A8D8-E3AB2C324A8C}"/>
            </ac:spMkLst>
          </pc:spChg>
          <pc:spChg chg="add mod">
            <ac:chgData name="LARCHER MATTEO (IDV Group)" userId="db0184d6-40e4-497e-a5fe-b974eecd6a99" providerId="ADAL" clId="{C0C99BD7-623F-4809-B01E-CFB7750E2573}" dt="2026-02-10T18:05:13.992" v="15"/>
            <ac:spMkLst>
              <pc:docMk/>
              <pc:sldMasterMk cId="3676200875" sldId="2147483648"/>
              <pc:sldLayoutMk cId="3842282995" sldId="2147483660"/>
              <ac:spMk id="11" creationId="{8A08C1F1-8355-8159-96D8-906760B08FF8}"/>
            </ac:spMkLst>
          </pc:spChg>
          <pc:spChg chg="add mod">
            <ac:chgData name="LARCHER MATTEO (IDV Group)" userId="db0184d6-40e4-497e-a5fe-b974eecd6a99" providerId="ADAL" clId="{C0C99BD7-623F-4809-B01E-CFB7750E2573}" dt="2026-02-10T18:05:13.992" v="15"/>
            <ac:spMkLst>
              <pc:docMk/>
              <pc:sldMasterMk cId="3676200875" sldId="2147483648"/>
              <pc:sldLayoutMk cId="3842282995" sldId="2147483660"/>
              <ac:spMk id="13" creationId="{D5273E9D-BB0F-192B-BD2D-B23EB031957F}"/>
            </ac:spMkLst>
          </pc:spChg>
          <pc:spChg chg="add mod">
            <ac:chgData name="LARCHER MATTEO (IDV Group)" userId="db0184d6-40e4-497e-a5fe-b974eecd6a99" providerId="ADAL" clId="{C0C99BD7-623F-4809-B01E-CFB7750E2573}" dt="2026-02-10T18:05:13.992" v="15"/>
            <ac:spMkLst>
              <pc:docMk/>
              <pc:sldMasterMk cId="3676200875" sldId="2147483648"/>
              <pc:sldLayoutMk cId="3842282995" sldId="2147483660"/>
              <ac:spMk id="14" creationId="{2CA377EC-4940-8F86-BE3D-4090836D167A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0T18:04:28.408" v="9" actId="1076"/>
          <pc:sldLayoutMkLst>
            <pc:docMk/>
            <pc:sldMasterMk cId="3676200875" sldId="2147483648"/>
            <pc:sldLayoutMk cId="2127477481" sldId="2147483661"/>
          </pc:sldLayoutMkLst>
          <pc:spChg chg="mod">
            <ac:chgData name="LARCHER MATTEO (IDV Group)" userId="db0184d6-40e4-497e-a5fe-b974eecd6a99" providerId="ADAL" clId="{C0C99BD7-623F-4809-B01E-CFB7750E2573}" dt="2026-02-10T18:03:19.842" v="3" actId="14100"/>
            <ac:spMkLst>
              <pc:docMk/>
              <pc:sldMasterMk cId="3676200875" sldId="2147483648"/>
              <pc:sldLayoutMk cId="2127477481" sldId="2147483661"/>
              <ac:spMk id="4" creationId="{00000000-0000-0000-0000-000000000000}"/>
            </ac:spMkLst>
          </pc:spChg>
          <pc:spChg chg="mod">
            <ac:chgData name="LARCHER MATTEO (IDV Group)" userId="db0184d6-40e4-497e-a5fe-b974eecd6a99" providerId="ADAL" clId="{C0C99BD7-623F-4809-B01E-CFB7750E2573}" dt="2026-02-10T18:03:13.130" v="2" actId="14100"/>
            <ac:spMkLst>
              <pc:docMk/>
              <pc:sldMasterMk cId="3676200875" sldId="2147483648"/>
              <pc:sldLayoutMk cId="2127477481" sldId="2147483661"/>
              <ac:spMk id="5" creationId="{00000000-0000-0000-0000-000000000000}"/>
            </ac:spMkLst>
          </pc:spChg>
          <pc:spChg chg="mod">
            <ac:chgData name="LARCHER MATTEO (IDV Group)" userId="db0184d6-40e4-497e-a5fe-b974eecd6a99" providerId="ADAL" clId="{C0C99BD7-623F-4809-B01E-CFB7750E2573}" dt="2026-02-10T18:04:28.408" v="9" actId="1076"/>
            <ac:spMkLst>
              <pc:docMk/>
              <pc:sldMasterMk cId="3676200875" sldId="2147483648"/>
              <pc:sldLayoutMk cId="2127477481" sldId="2147483661"/>
              <ac:spMk id="12" creationId="{9F7F4A68-C94D-DD3E-7EA3-485F462469CC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0T18:05:33.881" v="23"/>
          <pc:sldLayoutMkLst>
            <pc:docMk/>
            <pc:sldMasterMk cId="3676200875" sldId="2147483648"/>
            <pc:sldLayoutMk cId="1234733671" sldId="2147483662"/>
          </pc:sldLayoutMkLst>
          <pc:spChg chg="del">
            <ac:chgData name="LARCHER MATTEO (IDV Group)" userId="db0184d6-40e4-497e-a5fe-b974eecd6a99" providerId="ADAL" clId="{C0C99BD7-623F-4809-B01E-CFB7750E2573}" dt="2026-02-10T18:05:29.612" v="20" actId="478"/>
            <ac:spMkLst>
              <pc:docMk/>
              <pc:sldMasterMk cId="3676200875" sldId="2147483648"/>
              <pc:sldLayoutMk cId="1234733671" sldId="2147483662"/>
              <ac:spMk id="4" creationId="{00000000-0000-0000-0000-000000000000}"/>
            </ac:spMkLst>
          </pc:spChg>
          <pc:spChg chg="del">
            <ac:chgData name="LARCHER MATTEO (IDV Group)" userId="db0184d6-40e4-497e-a5fe-b974eecd6a99" providerId="ADAL" clId="{C0C99BD7-623F-4809-B01E-CFB7750E2573}" dt="2026-02-10T18:05:30.779" v="21" actId="478"/>
            <ac:spMkLst>
              <pc:docMk/>
              <pc:sldMasterMk cId="3676200875" sldId="2147483648"/>
              <pc:sldLayoutMk cId="1234733671" sldId="2147483662"/>
              <ac:spMk id="5" creationId="{00000000-0000-0000-0000-000000000000}"/>
            </ac:spMkLst>
          </pc:spChg>
          <pc:spChg chg="del">
            <ac:chgData name="LARCHER MATTEO (IDV Group)" userId="db0184d6-40e4-497e-a5fe-b974eecd6a99" providerId="ADAL" clId="{C0C99BD7-623F-4809-B01E-CFB7750E2573}" dt="2026-02-10T18:05:32.453" v="22" actId="478"/>
            <ac:spMkLst>
              <pc:docMk/>
              <pc:sldMasterMk cId="3676200875" sldId="2147483648"/>
              <pc:sldLayoutMk cId="1234733671" sldId="2147483662"/>
              <ac:spMk id="7" creationId="{E9A57DD2-0334-0E93-EF42-3A16A5997397}"/>
            </ac:spMkLst>
          </pc:spChg>
          <pc:spChg chg="add mod">
            <ac:chgData name="LARCHER MATTEO (IDV Group)" userId="db0184d6-40e4-497e-a5fe-b974eecd6a99" providerId="ADAL" clId="{C0C99BD7-623F-4809-B01E-CFB7750E2573}" dt="2026-02-10T18:05:33.881" v="23"/>
            <ac:spMkLst>
              <pc:docMk/>
              <pc:sldMasterMk cId="3676200875" sldId="2147483648"/>
              <pc:sldLayoutMk cId="1234733671" sldId="2147483662"/>
              <ac:spMk id="8" creationId="{96582A6A-3CF7-5A19-FF3A-37EBF79C06E1}"/>
            </ac:spMkLst>
          </pc:spChg>
          <pc:spChg chg="add mod">
            <ac:chgData name="LARCHER MATTEO (IDV Group)" userId="db0184d6-40e4-497e-a5fe-b974eecd6a99" providerId="ADAL" clId="{C0C99BD7-623F-4809-B01E-CFB7750E2573}" dt="2026-02-10T18:05:33.881" v="23"/>
            <ac:spMkLst>
              <pc:docMk/>
              <pc:sldMasterMk cId="3676200875" sldId="2147483648"/>
              <pc:sldLayoutMk cId="1234733671" sldId="2147483662"/>
              <ac:spMk id="12" creationId="{EBEC9217-8D04-21E0-7443-07013C127199}"/>
            </ac:spMkLst>
          </pc:spChg>
          <pc:spChg chg="add mod">
            <ac:chgData name="LARCHER MATTEO (IDV Group)" userId="db0184d6-40e4-497e-a5fe-b974eecd6a99" providerId="ADAL" clId="{C0C99BD7-623F-4809-B01E-CFB7750E2573}" dt="2026-02-10T18:05:33.881" v="23"/>
            <ac:spMkLst>
              <pc:docMk/>
              <pc:sldMasterMk cId="3676200875" sldId="2147483648"/>
              <pc:sldLayoutMk cId="1234733671" sldId="2147483662"/>
              <ac:spMk id="13" creationId="{00A54290-737F-5224-6141-FCC7995B7DBE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3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9.svg"/></Relationships>
</file>

<file path=ppt/slideLayouts/_rels/slideLayout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4.svg"/><Relationship Id="rId4" Type="http://schemas.openxmlformats.org/officeDocument/2006/relationships/image" Target="../media/image11.svg"/><Relationship Id="rId9" Type="http://schemas.openxmlformats.org/officeDocument/2006/relationships/image" Target="../media/image1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3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6781" y="1989044"/>
            <a:ext cx="3935507" cy="688181"/>
          </a:xfrm>
        </p:spPr>
        <p:txBody>
          <a:bodyPr>
            <a:normAutofit/>
          </a:bodyPr>
          <a:lstStyle>
            <a:lvl1pPr>
              <a:defRPr lang="en-US" sz="2500" b="1" i="0" kern="1200" cap="all" spc="-50" baseline="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6779" y="2679608"/>
            <a:ext cx="3935506" cy="614922"/>
          </a:xfrm>
        </p:spPr>
        <p:txBody>
          <a:bodyPr>
            <a:normAutofit/>
          </a:bodyPr>
          <a:lstStyle>
            <a:lvl1pPr marL="0" indent="0" algn="ctr">
              <a:buNone/>
              <a:defRPr lang="en-US" sz="1800" b="0" i="0" kern="1200" cap="all" spc="-50" baseline="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34036" y="4149958"/>
            <a:ext cx="2133600" cy="273844"/>
          </a:xfrm>
        </p:spPr>
        <p:txBody>
          <a:bodyPr/>
          <a:lstStyle/>
          <a:p>
            <a:fld id="{2D7DBF7F-F54F-1C49-8F76-19ACADAD9270}" type="datetime1">
              <a:rPr lang="it-IT" smtClean="0"/>
              <a:t>10/02/2026</a:t>
            </a:fld>
            <a:endParaRPr lang="en-US"/>
          </a:p>
        </p:txBody>
      </p:sp>
      <p:pic>
        <p:nvPicPr>
          <p:cNvPr id="7" name="Elemento grafico 11">
            <a:extLst>
              <a:ext uri="{FF2B5EF4-FFF2-40B4-BE49-F238E27FC236}">
                <a16:creationId xmlns:a16="http://schemas.microsoft.com/office/drawing/2014/main" id="{9BD8C4D5-9D84-1199-4FDD-40112FB67C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9571" y="4355543"/>
            <a:ext cx="1485900" cy="533400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90346D8C-2102-A43C-FC31-4D40A15B5CB4}"/>
              </a:ext>
            </a:extLst>
          </p:cNvPr>
          <p:cNvSpPr/>
          <p:nvPr userDrawn="1"/>
        </p:nvSpPr>
        <p:spPr>
          <a:xfrm>
            <a:off x="928800" y="4769573"/>
            <a:ext cx="364320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500" b="0" baseline="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</a:t>
            </a:r>
            <a:b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use of this work without express written consent is strictly prohibited.</a:t>
            </a:r>
            <a:endParaRPr lang="it-IT" sz="500" b="0" baseline="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12">
            <a:extLst>
              <a:ext uri="{FF2B5EF4-FFF2-40B4-BE49-F238E27FC236}">
                <a16:creationId xmlns:a16="http://schemas.microsoft.com/office/drawing/2014/main" id="{BA18EA92-F8E5-C52E-9C9C-5E5C97C661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1129" t="71409" r="4829" b="813"/>
          <a:stretch/>
        </p:blipFill>
        <p:spPr>
          <a:xfrm>
            <a:off x="-1" y="0"/>
            <a:ext cx="7684923" cy="111406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F7F4A68-C94D-DD3E-7EA3-485F462469CC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477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2">
            <a:extLst>
              <a:ext uri="{FF2B5EF4-FFF2-40B4-BE49-F238E27FC236}">
                <a16:creationId xmlns:a16="http://schemas.microsoft.com/office/drawing/2014/main" id="{D08EE743-5578-8ABD-190F-2782C937F22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20121" t="15217" r="48908" b="-85"/>
          <a:stretch/>
        </p:blipFill>
        <p:spPr>
          <a:xfrm>
            <a:off x="5778795" y="0"/>
            <a:ext cx="3365206" cy="53168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pic>
        <p:nvPicPr>
          <p:cNvPr id="8" name="Immagine 23">
            <a:extLst>
              <a:ext uri="{FF2B5EF4-FFF2-40B4-BE49-F238E27FC236}">
                <a16:creationId xmlns:a16="http://schemas.microsoft.com/office/drawing/2014/main" id="{C50DC5AC-2748-443C-AB42-431D28FF3AB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-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  <a14:imgEffect>
                      <a14:brightnessContrast bright="100000"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6257D1BA-95EF-36CF-60BF-3FDC5C5D00C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9615" y="4764725"/>
            <a:ext cx="787427" cy="282666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A08C1F1-8355-8159-96D8-906760B08F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D5273E9D-BB0F-192B-BD2D-B23EB0319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A377EC-4940-8F86-BE3D-4090836D167A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282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1E08C21-258C-AE13-75FE-C21C90539E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41FF191B-B050-8EC2-28F4-138E94F78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B64F0D-639F-48C9-18D3-58ADDF542781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Warning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6582A6A-3CF7-5A19-FF3A-37EBF79C06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BEC9217-8D04-21E0-7443-07013C127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A54290-737F-5224-6141-FCC7995B7DBE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733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0586" y="2141394"/>
            <a:ext cx="7148058" cy="600571"/>
          </a:xfrm>
        </p:spPr>
        <p:txBody>
          <a:bodyPr anchor="t">
            <a:normAutofit/>
          </a:bodyPr>
          <a:lstStyle>
            <a:lvl1pPr algn="l">
              <a:defRPr sz="2700" b="1" cap="all">
                <a:solidFill>
                  <a:schemeClr val="bg1"/>
                </a:solidFill>
                <a:latin typeface="Gill Sans MT" panose="020B05020201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Elemento grafico 12">
            <a:extLst>
              <a:ext uri="{FF2B5EF4-FFF2-40B4-BE49-F238E27FC236}">
                <a16:creationId xmlns:a16="http://schemas.microsoft.com/office/drawing/2014/main" id="{F17577F1-7555-BD1F-1A6B-B6D5752CB0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9" name="Elemento grafico 12">
            <a:extLst>
              <a:ext uri="{FF2B5EF4-FFF2-40B4-BE49-F238E27FC236}">
                <a16:creationId xmlns:a16="http://schemas.microsoft.com/office/drawing/2014/main" id="{0A152FBC-C550-B259-4C04-692B7DCB61A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4" name="Subtitle 7">
            <a:extLst>
              <a:ext uri="{FF2B5EF4-FFF2-40B4-BE49-F238E27FC236}">
                <a16:creationId xmlns:a16="http://schemas.microsoft.com/office/drawing/2014/main" id="{941A5237-8E4C-3DFA-2EF7-A11F587D866B}"/>
              </a:ext>
            </a:extLst>
          </p:cNvPr>
          <p:cNvSpPr>
            <a:spLocks noGrp="1"/>
          </p:cNvSpPr>
          <p:nvPr>
            <p:ph type="subTitle" sz="quarter" idx="13" hasCustomPrompt="1"/>
          </p:nvPr>
        </p:nvSpPr>
        <p:spPr>
          <a:xfrm>
            <a:off x="410586" y="2741965"/>
            <a:ext cx="6858000" cy="60057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Gill Sans MT" panose="020B05020201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9F82B8D-4817-A7B5-4F64-C4759646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CF31D4D2-E363-A78C-8913-15F3E3370214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32BBB0A4-C2F9-037C-6119-FF7F3FA08B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2D0E2072-C9D7-33F0-3DFC-13CA3EC58B1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3D0F4771-8AB8-078F-DC78-B397B4F3D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8101B048-30E1-B224-4B98-3A9EBBB3F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6EFAC2-B140-4F02-2719-6ACA51832925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5569722-D13A-FAEB-EF02-14F587C8F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Parallelogramma 2">
            <a:extLst>
              <a:ext uri="{FF2B5EF4-FFF2-40B4-BE49-F238E27FC236}">
                <a16:creationId xmlns:a16="http://schemas.microsoft.com/office/drawing/2014/main" id="{AC03D3AC-E5B5-95C7-A86D-FD289496803A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B933EBF0-BADB-3E7C-66CF-B790AB765D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6" name="Elemento grafico 12">
            <a:extLst>
              <a:ext uri="{FF2B5EF4-FFF2-40B4-BE49-F238E27FC236}">
                <a16:creationId xmlns:a16="http://schemas.microsoft.com/office/drawing/2014/main" id="{C8DBE63A-E31E-9A69-8551-82FE08EF74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3FEA519-AFF1-9BAC-77EE-613D98376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C18DF14-CD00-67F5-96D3-71A18578B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F4EA1A-7BC8-CB03-4BE7-88B7F503D813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295D990-0D11-8908-CEE7-6341D59A8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E4E96EC6-8C16-AD08-B5CC-42EA0E074883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F55914E5-41BA-EA8A-5F1F-C536A10276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B0A051D5-039F-729C-5875-8BBE30941E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0D6FD3-F0A6-9E97-8EC0-E1CCC2B7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34351-4221-27F8-F02E-7F05F1EBD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822D55-90CB-F8AF-3E85-2686202A21A8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8CC60FB-7990-54EA-6BB4-606E079F0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arallelogramma 2">
            <a:extLst>
              <a:ext uri="{FF2B5EF4-FFF2-40B4-BE49-F238E27FC236}">
                <a16:creationId xmlns:a16="http://schemas.microsoft.com/office/drawing/2014/main" id="{49178459-9719-952D-4A27-E1245857E1AF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" name="Elemento grafico 12">
            <a:extLst>
              <a:ext uri="{FF2B5EF4-FFF2-40B4-BE49-F238E27FC236}">
                <a16:creationId xmlns:a16="http://schemas.microsoft.com/office/drawing/2014/main" id="{97E1874D-7F98-C200-DCF7-5E015D5E7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6379446F-01C4-1936-E5C7-F9E77487AE7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C80F4F23-3D03-8950-5BED-B52565587EE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E7AFD33-9FB5-12FB-E54E-8CD8F327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1C25FA-D200-3E45-5218-5E7FF21E9CE4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4EFD85F-D1A3-B572-A964-D66D5315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7FF921D1-45FA-CE70-0986-8EB744FD95DB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045AE21E-E18B-108B-E72F-659F4F3108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C8716C98-9F5F-F26D-D209-A8032004E5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1FB3E479-3FB2-2124-8CDC-FA3D202BBC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30D704D9-B764-0534-65D0-DCA588F88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00830C-D3CF-63CF-DBB0-F4615FFF3167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>
            <a:normAutofit/>
          </a:bodyPr>
          <a:lstStyle>
            <a:lvl1pPr marL="0" indent="0">
              <a:buNone/>
              <a:defRPr sz="8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A79458C-2C26-414F-9200-78F5E3EA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6F872A0E-7A24-4FD6-6A77-E262CF3B0F15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AD1457DD-5E30-B555-63A0-DDAA5E25DC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A73825D5-E8F5-931F-AAE4-110470B223F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1CC02D2-8DCF-0B10-B0E8-2819DBB1B3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F32FAF4-4D9D-6BF7-909C-B06B057F2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4B1562-25A7-4119-69B7-C0434CF5E65C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43EBC32-B0E5-6EB2-3B17-03D20D6FE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arallelogramma 2">
            <a:extLst>
              <a:ext uri="{FF2B5EF4-FFF2-40B4-BE49-F238E27FC236}">
                <a16:creationId xmlns:a16="http://schemas.microsoft.com/office/drawing/2014/main" id="{C8979126-E94B-EFA9-8900-637469B88816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BCA3C993-87F9-95D3-5728-908A668B6B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553EAF32-EDEE-38DC-D093-B5E1B06F8B8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B44B578-3548-6B56-FCB6-E9B0D2B8FA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5CB9C6F-1936-3F66-F552-139775221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81B6CA-FF45-A357-2046-86F3BBB29499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205979"/>
            <a:ext cx="2057400" cy="4388644"/>
          </a:xfrm>
        </p:spPr>
        <p:txBody>
          <a:bodyPr vert="eaVert">
            <a:normAutofit/>
          </a:bodyPr>
          <a:lstStyle>
            <a:lvl1pPr algn="ctr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FC8868B-4891-31D4-F7F1-466D4E24D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arallelogramma 2">
            <a:extLst>
              <a:ext uri="{FF2B5EF4-FFF2-40B4-BE49-F238E27FC236}">
                <a16:creationId xmlns:a16="http://schemas.microsoft.com/office/drawing/2014/main" id="{AB5AC9D7-3018-15A0-DE05-C85AF99FFB0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FF37CFE0-74E1-426A-3A8E-A080341BD7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B37990A3-E0A4-5F6D-85D6-D001FA952A8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A79D479-814B-574B-BF84-3E5E13D155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50045" y="4775147"/>
            <a:ext cx="1532408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10/02/2026</a:t>
            </a:fld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3F67F98-1CC1-5752-5836-1D2FFA15E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5092" y="4775147"/>
            <a:ext cx="3728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F81732-5582-1029-EB9C-969D882FB2B1}"/>
              </a:ext>
            </a:extLst>
          </p:cNvPr>
          <p:cNvSpPr txBox="1"/>
          <p:nvPr userDrawn="1"/>
        </p:nvSpPr>
        <p:spPr>
          <a:xfrm>
            <a:off x="1499801" y="4963082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47AEE-98EC-0C43-8D64-9D05BF501A01}" type="datetime1">
              <a:rPr lang="it-IT" smtClean="0"/>
              <a:t>10/02/2026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50" r:id="rId4"/>
    <p:sldLayoutId id="2147483662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/>
  <p:txStyles>
    <p:titleStyle>
      <a:lvl1pPr algn="l" defTabSz="342900" rtl="0" eaLnBrk="1" latinLnBrk="0" hangingPunct="1">
        <a:spcBef>
          <a:spcPct val="0"/>
        </a:spcBef>
        <a:buNone/>
        <a:defRPr sz="2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89709-A8A7-390C-7AC7-DE3839609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02D0C-839A-CF4F-9D15-89FD2575D155}" type="datetime1">
              <a:rPr lang="it-IT" smtClean="0"/>
              <a:t>10/02/2026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Hello, world.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437CA-2166-DEEB-87CD-41B620B6B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63DC9-7BB4-E652-0799-718F53EFC86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9C7945CA-8852-CF4A-A88C-560042723BA1}" type="datetime1">
              <a:rPr lang="it-IT" smtClean="0"/>
              <a:t>10/02/2026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059A00-728F-A95D-6FAE-B2017A99C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4294967295"/>
          </p:nvPr>
        </p:nvSpPr>
        <p:spPr>
          <a:xfrm>
            <a:off x="722313" y="2180035"/>
            <a:ext cx="7772400" cy="112514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EB18E8-0B93-7B8C-611E-7E0542BE7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656B8-AA82-1140-46D6-805A463786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64E14661-1291-564D-ADDE-841126F5283D}" type="datetime1">
              <a:rPr lang="it-IT" smtClean="0"/>
              <a:t>10/02/2026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7238D61-7B8E-55A3-78CB-6554D4A6A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900" dirty="0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900"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388988b-4d1e-4dd8-9be1-c24250b79f5d}" enabled="1" method="Standard" siteId="{8c5c6269-8307-4f2e-959c-df03fffca4b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51</Words>
  <Application>Microsoft Office PowerPoint</Application>
  <PresentationFormat>On-screen Show (16:9)</PresentationFormat>
  <Paragraphs>19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Gill Sans MT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matteo.larcher@idvgroup.com</dc:creator>
  <cp:lastModifiedBy>LARCHER MATTEO (IDV Group)</cp:lastModifiedBy>
  <cp:revision>28</cp:revision>
  <dcterms:created xsi:type="dcterms:W3CDTF">2017-06-05T14:10:58Z</dcterms:created>
  <dcterms:modified xsi:type="dcterms:W3CDTF">2026-02-10T18:07:00Z</dcterms:modified>
</cp:coreProperties>
</file>