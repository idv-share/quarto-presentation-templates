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88" autoAdjust="0"/>
    <p:restoredTop sz="94673" autoAdjust="0"/>
  </p:normalViewPr>
  <p:slideViewPr>
    <p:cSldViewPr snapToGrid="0" snapToObjects="1">
      <p:cViewPr varScale="1">
        <p:scale>
          <a:sx n="206" d="100"/>
          <a:sy n="206" d="100"/>
        </p:scale>
        <p:origin x="712" y="18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186" d="100"/>
          <a:sy n="186" d="100"/>
        </p:scale>
        <p:origin x="8040" y="20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2/8/26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5.png"/><Relationship Id="rId7" Type="http://schemas.openxmlformats.org/officeDocument/2006/relationships/image" Target="../media/image3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image" Target="../media/image7.png"/><Relationship Id="rId4" Type="http://schemas.openxmlformats.org/officeDocument/2006/relationships/image" Target="../media/image6.svg"/><Relationship Id="rId9" Type="http://schemas.openxmlformats.org/officeDocument/2006/relationships/image" Target="../media/image9.svg"/></Relationships>
</file>

<file path=ppt/slideLayouts/_rels/slideLayout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0.png"/><Relationship Id="rId7" Type="http://schemas.openxmlformats.org/officeDocument/2006/relationships/image" Target="../media/image1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10" Type="http://schemas.openxmlformats.org/officeDocument/2006/relationships/image" Target="../media/image14.svg"/><Relationship Id="rId4" Type="http://schemas.openxmlformats.org/officeDocument/2006/relationships/image" Target="../media/image11.svg"/><Relationship Id="rId9" Type="http://schemas.openxmlformats.org/officeDocument/2006/relationships/image" Target="../media/image1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9.sv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8.png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3.sv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26781" y="1989044"/>
            <a:ext cx="3935507" cy="688181"/>
          </a:xfrm>
        </p:spPr>
        <p:txBody>
          <a:bodyPr>
            <a:normAutofit/>
          </a:bodyPr>
          <a:lstStyle>
            <a:lvl1pPr>
              <a:defRPr lang="en-US" sz="2500" b="1" i="0" kern="1200" cap="all" spc="-50" baseline="0" dirty="0">
                <a:solidFill>
                  <a:schemeClr val="bg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26779" y="2679608"/>
            <a:ext cx="3935506" cy="614922"/>
          </a:xfrm>
        </p:spPr>
        <p:txBody>
          <a:bodyPr>
            <a:normAutofit/>
          </a:bodyPr>
          <a:lstStyle>
            <a:lvl1pPr marL="0" indent="0" algn="ctr">
              <a:buNone/>
              <a:defRPr lang="en-US" sz="1800" b="0" i="0" kern="1200" cap="all" spc="-50" baseline="0" dirty="0">
                <a:solidFill>
                  <a:schemeClr val="bg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134036" y="4149958"/>
            <a:ext cx="2133600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2/8/26</a:t>
            </a:fld>
            <a:endParaRPr lang="en-US"/>
          </a:p>
        </p:txBody>
      </p:sp>
      <p:pic>
        <p:nvPicPr>
          <p:cNvPr id="7" name="Elemento grafico 11">
            <a:extLst>
              <a:ext uri="{FF2B5EF4-FFF2-40B4-BE49-F238E27FC236}">
                <a16:creationId xmlns:a16="http://schemas.microsoft.com/office/drawing/2014/main" id="{9BD8C4D5-9D84-1199-4FDD-40112FB67CF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39571" y="4355543"/>
            <a:ext cx="1485900" cy="533400"/>
          </a:xfrm>
          <a:prstGeom prst="rect">
            <a:avLst/>
          </a:prstGeom>
        </p:spPr>
      </p:pic>
      <p:sp>
        <p:nvSpPr>
          <p:cNvPr id="8" name="Rettangolo 7">
            <a:extLst>
              <a:ext uri="{FF2B5EF4-FFF2-40B4-BE49-F238E27FC236}">
                <a16:creationId xmlns:a16="http://schemas.microsoft.com/office/drawing/2014/main" id="{90346D8C-2102-A43C-FC31-4D40A15B5CB4}"/>
              </a:ext>
            </a:extLst>
          </p:cNvPr>
          <p:cNvSpPr/>
          <p:nvPr userDrawn="1"/>
        </p:nvSpPr>
        <p:spPr>
          <a:xfrm>
            <a:off x="928800" y="4769573"/>
            <a:ext cx="3643200" cy="15388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r>
              <a:rPr lang="en-US" sz="500" b="0" baseline="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Contains confidential proprietary and trade secrets information of IVECO </a:t>
            </a:r>
            <a:r>
              <a:rPr lang="en-US" sz="500" b="0" baseline="0" dirty="0" err="1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Defence</a:t>
            </a:r>
            <a:r>
              <a:rPr lang="en-US" sz="500" b="0" baseline="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Vehicles. </a:t>
            </a:r>
            <a:br>
              <a:rPr lang="en-US" sz="500" b="0" baseline="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500" b="0" baseline="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Any use of this work without express written consent is strictly prohibited.</a:t>
            </a:r>
            <a:endParaRPr lang="it-IT" sz="500" b="0" baseline="0" dirty="0">
              <a:solidFill>
                <a:schemeClr val="bg1">
                  <a:lumMod val="8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lemento grafico 12">
            <a:extLst>
              <a:ext uri="{FF2B5EF4-FFF2-40B4-BE49-F238E27FC236}">
                <a16:creationId xmlns:a16="http://schemas.microsoft.com/office/drawing/2014/main" id="{BA18EA92-F8E5-C52E-9C9C-5E5C97C661C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1129" t="71409" r="4829" b="813"/>
          <a:stretch/>
        </p:blipFill>
        <p:spPr>
          <a:xfrm>
            <a:off x="-1" y="0"/>
            <a:ext cx="7684923" cy="111406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bg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9" name="Immagine 16">
            <a:extLst>
              <a:ext uri="{FF2B5EF4-FFF2-40B4-BE49-F238E27FC236}">
                <a16:creationId xmlns:a16="http://schemas.microsoft.com/office/drawing/2014/main" id="{3892CAD9-2DC8-DBA2-372D-E0AC2F100CE1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8261727" y="346450"/>
            <a:ext cx="573347" cy="144000"/>
          </a:xfrm>
          <a:prstGeom prst="rect">
            <a:avLst/>
          </a:prstGeom>
        </p:spPr>
      </p:pic>
      <p:sp>
        <p:nvSpPr>
          <p:cNvPr id="10" name="Parallelogramma 2">
            <a:extLst>
              <a:ext uri="{FF2B5EF4-FFF2-40B4-BE49-F238E27FC236}">
                <a16:creationId xmlns:a16="http://schemas.microsoft.com/office/drawing/2014/main" id="{DCD20D4F-70A4-98BD-8DA4-519FE5787692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1" name="Elemento grafico 12">
            <a:extLst>
              <a:ext uri="{FF2B5EF4-FFF2-40B4-BE49-F238E27FC236}">
                <a16:creationId xmlns:a16="http://schemas.microsoft.com/office/drawing/2014/main" id="{85B96048-B17A-E376-2976-ADC20A3BF7EC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5" name="Elemento grafico 12">
            <a:extLst>
              <a:ext uri="{FF2B5EF4-FFF2-40B4-BE49-F238E27FC236}">
                <a16:creationId xmlns:a16="http://schemas.microsoft.com/office/drawing/2014/main" id="{11DB54F0-8380-2212-F61B-DEA64BC70C68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7477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Elemento grafico 2">
            <a:extLst>
              <a:ext uri="{FF2B5EF4-FFF2-40B4-BE49-F238E27FC236}">
                <a16:creationId xmlns:a16="http://schemas.microsoft.com/office/drawing/2014/main" id="{D08EE743-5578-8ABD-190F-2782C937F22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20121" t="15217" r="48908" b="-85"/>
          <a:stretch/>
        </p:blipFill>
        <p:spPr>
          <a:xfrm>
            <a:off x="5778795" y="0"/>
            <a:ext cx="3365206" cy="531687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arallelogramma 2">
            <a:extLst>
              <a:ext uri="{FF2B5EF4-FFF2-40B4-BE49-F238E27FC236}">
                <a16:creationId xmlns:a16="http://schemas.microsoft.com/office/drawing/2014/main" id="{DCD20D4F-70A4-98BD-8DA4-519FE5787692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5" name="Elemento grafico 12">
            <a:extLst>
              <a:ext uri="{FF2B5EF4-FFF2-40B4-BE49-F238E27FC236}">
                <a16:creationId xmlns:a16="http://schemas.microsoft.com/office/drawing/2014/main" id="{11DB54F0-8380-2212-F61B-DEA64BC70C68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pic>
        <p:nvPicPr>
          <p:cNvPr id="8" name="Immagine 23">
            <a:extLst>
              <a:ext uri="{FF2B5EF4-FFF2-40B4-BE49-F238E27FC236}">
                <a16:creationId xmlns:a16="http://schemas.microsoft.com/office/drawing/2014/main" id="{C50DC5AC-2748-443C-AB42-431D28FF3AB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sharpenSoften amount="-100000"/>
                    </a14:imgEffect>
                    <a14:imgEffect>
                      <a14:colorTemperature colorTemp="1500"/>
                    </a14:imgEffect>
                    <a14:imgEffect>
                      <a14:saturation sat="0"/>
                    </a14:imgEffect>
                    <a14:imgEffect>
                      <a14:brightnessContrast bright="100000" contras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261727" y="346450"/>
            <a:ext cx="573347" cy="144000"/>
          </a:xfrm>
          <a:prstGeom prst="rect">
            <a:avLst/>
          </a:prstGeom>
        </p:spPr>
      </p:pic>
      <p:pic>
        <p:nvPicPr>
          <p:cNvPr id="12" name="Elemento grafico 12">
            <a:extLst>
              <a:ext uri="{FF2B5EF4-FFF2-40B4-BE49-F238E27FC236}">
                <a16:creationId xmlns:a16="http://schemas.microsoft.com/office/drawing/2014/main" id="{6257D1BA-95EF-36CF-60BF-3FDC5C5D00C9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69615" y="4764725"/>
            <a:ext cx="787427" cy="282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2282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9" name="Immagine 16">
            <a:extLst>
              <a:ext uri="{FF2B5EF4-FFF2-40B4-BE49-F238E27FC236}">
                <a16:creationId xmlns:a16="http://schemas.microsoft.com/office/drawing/2014/main" id="{3892CAD9-2DC8-DBA2-372D-E0AC2F100C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261727" y="346450"/>
            <a:ext cx="573347" cy="144000"/>
          </a:xfrm>
          <a:prstGeom prst="rect">
            <a:avLst/>
          </a:prstGeom>
        </p:spPr>
      </p:pic>
      <p:sp>
        <p:nvSpPr>
          <p:cNvPr id="10" name="Parallelogramma 2">
            <a:extLst>
              <a:ext uri="{FF2B5EF4-FFF2-40B4-BE49-F238E27FC236}">
                <a16:creationId xmlns:a16="http://schemas.microsoft.com/office/drawing/2014/main" id="{DCD20D4F-70A4-98BD-8DA4-519FE5787692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1" name="Elemento grafico 12">
            <a:extLst>
              <a:ext uri="{FF2B5EF4-FFF2-40B4-BE49-F238E27FC236}">
                <a16:creationId xmlns:a16="http://schemas.microsoft.com/office/drawing/2014/main" id="{85B96048-B17A-E376-2976-ADC20A3BF7E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5" name="Elemento grafico 12">
            <a:extLst>
              <a:ext uri="{FF2B5EF4-FFF2-40B4-BE49-F238E27FC236}">
                <a16:creationId xmlns:a16="http://schemas.microsoft.com/office/drawing/2014/main" id="{11DB54F0-8380-2212-F61B-DEA64BC70C6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 Warning">
    <p:bg>
      <p:bgPr>
        <a:blipFill dpi="0" rotWithShape="1">
          <a:blip r:embed="rId2">
            <a:lum/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9" name="Immagine 16">
            <a:extLst>
              <a:ext uri="{FF2B5EF4-FFF2-40B4-BE49-F238E27FC236}">
                <a16:creationId xmlns:a16="http://schemas.microsoft.com/office/drawing/2014/main" id="{3892CAD9-2DC8-DBA2-372D-E0AC2F100C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261727" y="346450"/>
            <a:ext cx="573347" cy="144000"/>
          </a:xfrm>
          <a:prstGeom prst="rect">
            <a:avLst/>
          </a:prstGeom>
        </p:spPr>
      </p:pic>
      <p:sp>
        <p:nvSpPr>
          <p:cNvPr id="10" name="Parallelogramma 2">
            <a:extLst>
              <a:ext uri="{FF2B5EF4-FFF2-40B4-BE49-F238E27FC236}">
                <a16:creationId xmlns:a16="http://schemas.microsoft.com/office/drawing/2014/main" id="{DCD20D4F-70A4-98BD-8DA4-519FE5787692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1" name="Elemento grafico 12">
            <a:extLst>
              <a:ext uri="{FF2B5EF4-FFF2-40B4-BE49-F238E27FC236}">
                <a16:creationId xmlns:a16="http://schemas.microsoft.com/office/drawing/2014/main" id="{85B96048-B17A-E376-2976-ADC20A3BF7E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5" name="Elemento grafico 12">
            <a:extLst>
              <a:ext uri="{FF2B5EF4-FFF2-40B4-BE49-F238E27FC236}">
                <a16:creationId xmlns:a16="http://schemas.microsoft.com/office/drawing/2014/main" id="{11DB54F0-8380-2212-F61B-DEA64BC70C68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47336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0586" y="2141394"/>
            <a:ext cx="7148058" cy="600571"/>
          </a:xfrm>
        </p:spPr>
        <p:txBody>
          <a:bodyPr anchor="t">
            <a:normAutofit/>
          </a:bodyPr>
          <a:lstStyle>
            <a:lvl1pPr algn="l">
              <a:defRPr sz="2700" b="1" cap="all">
                <a:solidFill>
                  <a:schemeClr val="bg1"/>
                </a:solidFill>
                <a:latin typeface="Gill Sans MT" panose="020B05020201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8" name="Elemento grafico 12">
            <a:extLst>
              <a:ext uri="{FF2B5EF4-FFF2-40B4-BE49-F238E27FC236}">
                <a16:creationId xmlns:a16="http://schemas.microsoft.com/office/drawing/2014/main" id="{F17577F1-7555-BD1F-1A6B-B6D5752CB02E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9" name="Elemento grafico 12">
            <a:extLst>
              <a:ext uri="{FF2B5EF4-FFF2-40B4-BE49-F238E27FC236}">
                <a16:creationId xmlns:a16="http://schemas.microsoft.com/office/drawing/2014/main" id="{0A152FBC-C550-B259-4C04-692B7DCB61A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  <p:sp>
        <p:nvSpPr>
          <p:cNvPr id="4" name="Subtitle 7">
            <a:extLst>
              <a:ext uri="{FF2B5EF4-FFF2-40B4-BE49-F238E27FC236}">
                <a16:creationId xmlns:a16="http://schemas.microsoft.com/office/drawing/2014/main" id="{941A5237-8E4C-3DFA-2EF7-A11F587D866B}"/>
              </a:ext>
            </a:extLst>
          </p:cNvPr>
          <p:cNvSpPr>
            <a:spLocks noGrp="1"/>
          </p:cNvSpPr>
          <p:nvPr>
            <p:ph type="subTitle" sz="quarter" idx="13" hasCustomPrompt="1"/>
          </p:nvPr>
        </p:nvSpPr>
        <p:spPr>
          <a:xfrm>
            <a:off x="410586" y="2741965"/>
            <a:ext cx="6858000" cy="600571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  <a:latin typeface="Gill Sans MT" panose="020B0502020104020203" pitchFamily="34" charset="0"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C4053F5D-6FBA-B899-9B82-B9093E33526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2/8/26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BB17D917-DE37-B43C-7F01-65FA3EFC88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F9F82B8D-4817-A7B5-4F64-C4759646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arallelogramma 2">
            <a:extLst>
              <a:ext uri="{FF2B5EF4-FFF2-40B4-BE49-F238E27FC236}">
                <a16:creationId xmlns:a16="http://schemas.microsoft.com/office/drawing/2014/main" id="{CF31D4D2-E363-A78C-8913-15F3E3370214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3" name="Elemento grafico 12">
            <a:extLst>
              <a:ext uri="{FF2B5EF4-FFF2-40B4-BE49-F238E27FC236}">
                <a16:creationId xmlns:a16="http://schemas.microsoft.com/office/drawing/2014/main" id="{32BBB0A4-C2F9-037C-6119-FF7F3FA08B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4" name="Elemento grafico 12">
            <a:extLst>
              <a:ext uri="{FF2B5EF4-FFF2-40B4-BE49-F238E27FC236}">
                <a16:creationId xmlns:a16="http://schemas.microsoft.com/office/drawing/2014/main" id="{2D0E2072-C9D7-33F0-3DFC-13CA3EC58B1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49F71F15-28F7-2AFB-0561-2D46D21B76B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2/8/26</a:t>
            </a:fld>
            <a:endParaRPr lang="en-US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8F417543-5403-66B4-114C-C61D3E3DBB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95569722-D13A-FAEB-EF02-14F587C8F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4" name="Parallelogramma 2">
            <a:extLst>
              <a:ext uri="{FF2B5EF4-FFF2-40B4-BE49-F238E27FC236}">
                <a16:creationId xmlns:a16="http://schemas.microsoft.com/office/drawing/2014/main" id="{AC03D3AC-E5B5-95C7-A86D-FD289496803A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5" name="Elemento grafico 12">
            <a:extLst>
              <a:ext uri="{FF2B5EF4-FFF2-40B4-BE49-F238E27FC236}">
                <a16:creationId xmlns:a16="http://schemas.microsoft.com/office/drawing/2014/main" id="{B933EBF0-BADB-3E7C-66CF-B790AB765D9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6" name="Elemento grafico 12">
            <a:extLst>
              <a:ext uri="{FF2B5EF4-FFF2-40B4-BE49-F238E27FC236}">
                <a16:creationId xmlns:a16="http://schemas.microsoft.com/office/drawing/2014/main" id="{C8DBE63A-E31E-9A69-8551-82FE08EF7435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 defTabSz="342900" rtl="0" eaLnBrk="1" latinLnBrk="0" hangingPunct="1">
              <a:spcBef>
                <a:spcPct val="0"/>
              </a:spcBef>
              <a:buNone/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3E3EC6A0-D5A9-CC66-04AC-E97B0756CB1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2/8/26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DB2FD283-0D8C-247C-BFEE-0557A57D00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295D990-0D11-8908-CEE7-6341D59A8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arallelogramma 2">
            <a:extLst>
              <a:ext uri="{FF2B5EF4-FFF2-40B4-BE49-F238E27FC236}">
                <a16:creationId xmlns:a16="http://schemas.microsoft.com/office/drawing/2014/main" id="{E4E96EC6-8C16-AD08-B5CC-42EA0E074883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1" name="Elemento grafico 12">
            <a:extLst>
              <a:ext uri="{FF2B5EF4-FFF2-40B4-BE49-F238E27FC236}">
                <a16:creationId xmlns:a16="http://schemas.microsoft.com/office/drawing/2014/main" id="{F55914E5-41BA-EA8A-5F1F-C536A10276F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2" name="Elemento grafico 12">
            <a:extLst>
              <a:ext uri="{FF2B5EF4-FFF2-40B4-BE49-F238E27FC236}">
                <a16:creationId xmlns:a16="http://schemas.microsoft.com/office/drawing/2014/main" id="{B0A051D5-039F-729C-5875-8BBE30941EAD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9D7B9609-DC00-77FF-632B-7CA52E337E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2/8/26</a:t>
            </a:fld>
            <a:endParaRPr lang="en-US"/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E05F8820-21D2-6E53-F11B-4CA5D1C13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88CC60FB-7990-54EA-6BB4-606E079F0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Parallelogramma 2">
            <a:extLst>
              <a:ext uri="{FF2B5EF4-FFF2-40B4-BE49-F238E27FC236}">
                <a16:creationId xmlns:a16="http://schemas.microsoft.com/office/drawing/2014/main" id="{49178459-9719-952D-4A27-E1245857E1AF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0" name="Elemento grafico 12">
            <a:extLst>
              <a:ext uri="{FF2B5EF4-FFF2-40B4-BE49-F238E27FC236}">
                <a16:creationId xmlns:a16="http://schemas.microsoft.com/office/drawing/2014/main" id="{97E1874D-7F98-C200-DCF7-5E015D5E747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1" name="Elemento grafico 12">
            <a:extLst>
              <a:ext uri="{FF2B5EF4-FFF2-40B4-BE49-F238E27FC236}">
                <a16:creationId xmlns:a16="http://schemas.microsoft.com/office/drawing/2014/main" id="{6379446F-01C4-1936-E5C7-F9E77487AE7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6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C8F14B97-C2FE-7D33-9A73-677B703E41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2/8/26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2732B988-C56E-F0AF-F481-B574EF281D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94EFD85F-D1A3-B572-A964-D66D5315A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arallelogramma 2">
            <a:extLst>
              <a:ext uri="{FF2B5EF4-FFF2-40B4-BE49-F238E27FC236}">
                <a16:creationId xmlns:a16="http://schemas.microsoft.com/office/drawing/2014/main" id="{7FF921D1-45FA-CE70-0986-8EB744FD95DB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3" name="Elemento grafico 12">
            <a:extLst>
              <a:ext uri="{FF2B5EF4-FFF2-40B4-BE49-F238E27FC236}">
                <a16:creationId xmlns:a16="http://schemas.microsoft.com/office/drawing/2014/main" id="{045AE21E-E18B-108B-E72F-659F4F3108D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4" name="Elemento grafico 12">
            <a:extLst>
              <a:ext uri="{FF2B5EF4-FFF2-40B4-BE49-F238E27FC236}">
                <a16:creationId xmlns:a16="http://schemas.microsoft.com/office/drawing/2014/main" id="{C8716C98-9F5F-F26D-D209-A8032004E51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>
            <a:normAutofit/>
          </a:bodyPr>
          <a:lstStyle>
            <a:lvl1pPr marL="0" indent="0">
              <a:buNone/>
              <a:defRPr sz="8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Date Placeholder 3">
            <a:extLst>
              <a:ext uri="{FF2B5EF4-FFF2-40B4-BE49-F238E27FC236}">
                <a16:creationId xmlns:a16="http://schemas.microsoft.com/office/drawing/2014/main" id="{55C1476F-4732-ED78-4526-CECED718B05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2/8/26</a:t>
            </a:fld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90E4D274-C795-B39D-7EA8-FFEF6000E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1A79458C-2C26-414F-9200-78F5E3EAA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Parallelogramma 2">
            <a:extLst>
              <a:ext uri="{FF2B5EF4-FFF2-40B4-BE49-F238E27FC236}">
                <a16:creationId xmlns:a16="http://schemas.microsoft.com/office/drawing/2014/main" id="{6F872A0E-7A24-4FD6-6A77-E262CF3B0F15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3" name="Elemento grafico 12">
            <a:extLst>
              <a:ext uri="{FF2B5EF4-FFF2-40B4-BE49-F238E27FC236}">
                <a16:creationId xmlns:a16="http://schemas.microsoft.com/office/drawing/2014/main" id="{AD1457DD-5E30-B555-63A0-DDAA5E25DCB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4" name="Elemento grafico 12">
            <a:extLst>
              <a:ext uri="{FF2B5EF4-FFF2-40B4-BE49-F238E27FC236}">
                <a16:creationId xmlns:a16="http://schemas.microsoft.com/office/drawing/2014/main" id="{A73825D5-E8F5-931F-AAE4-110470B223FE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EF5C7BAF-E8DA-2864-BFF7-17DD2169EA6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2/8/26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AF96C2D0-8F28-04A9-CEC0-F21F6C30B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43EBC32-B0E5-6EB2-3B17-03D20D6FEA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arallelogramma 2">
            <a:extLst>
              <a:ext uri="{FF2B5EF4-FFF2-40B4-BE49-F238E27FC236}">
                <a16:creationId xmlns:a16="http://schemas.microsoft.com/office/drawing/2014/main" id="{C8979126-E94B-EFA9-8900-637469B88816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Elemento grafico 12">
            <a:extLst>
              <a:ext uri="{FF2B5EF4-FFF2-40B4-BE49-F238E27FC236}">
                <a16:creationId xmlns:a16="http://schemas.microsoft.com/office/drawing/2014/main" id="{BCA3C993-87F9-95D3-5728-908A668B6BA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3" name="Elemento grafico 12">
            <a:extLst>
              <a:ext uri="{FF2B5EF4-FFF2-40B4-BE49-F238E27FC236}">
                <a16:creationId xmlns:a16="http://schemas.microsoft.com/office/drawing/2014/main" id="{553EAF32-EDEE-38DC-D093-B5E1B06F8B8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</p:nvPr>
        </p:nvSpPr>
        <p:spPr>
          <a:xfrm>
            <a:off x="6629400" y="205979"/>
            <a:ext cx="2057400" cy="4388644"/>
          </a:xfrm>
        </p:spPr>
        <p:txBody>
          <a:bodyPr vert="eaVert">
            <a:normAutofit/>
          </a:bodyPr>
          <a:lstStyle>
            <a:lvl1pPr algn="ctr" defTabSz="342900" rtl="0" eaLnBrk="1" latinLnBrk="0" hangingPunct="1">
              <a:spcBef>
                <a:spcPct val="0"/>
              </a:spcBef>
              <a:buNone/>
              <a:defRPr lang="en-US" sz="2000" b="1" kern="1200" dirty="0">
                <a:solidFill>
                  <a:schemeClr val="tx1"/>
                </a:solidFill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30853B47-A73B-7DD5-78CA-F403E3F053C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984248" y="4775147"/>
            <a:ext cx="1078992" cy="273844"/>
          </a:xfrm>
        </p:spPr>
        <p:txBody>
          <a:bodyPr/>
          <a:lstStyle/>
          <a:p>
            <a:fld id="{241EB5C9-1307-BA42-ABA2-0BC069CD8E7F}" type="datetimeFigureOut">
              <a:rPr lang="en-US" smtClean="0"/>
              <a:t>2/8/26</a:t>
            </a:fld>
            <a:endParaRPr lang="en-US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FDF63EFB-6751-8738-21EA-828816323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235878" y="4775147"/>
            <a:ext cx="3847247" cy="273844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CFC8868B-4891-31D4-F7F1-466D4E24DE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255764" y="4775147"/>
            <a:ext cx="653796" cy="282666"/>
          </a:xfrm>
        </p:spPr>
        <p:txBody>
          <a:bodyPr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Parallelogramma 2">
            <a:extLst>
              <a:ext uri="{FF2B5EF4-FFF2-40B4-BE49-F238E27FC236}">
                <a16:creationId xmlns:a16="http://schemas.microsoft.com/office/drawing/2014/main" id="{AB5AC9D7-3018-15A0-DE05-C85AF99FFB02}"/>
              </a:ext>
            </a:extLst>
          </p:cNvPr>
          <p:cNvSpPr/>
          <p:nvPr userDrawn="1"/>
        </p:nvSpPr>
        <p:spPr>
          <a:xfrm>
            <a:off x="-84857" y="4550556"/>
            <a:ext cx="8928000" cy="54000"/>
          </a:xfrm>
          <a:custGeom>
            <a:avLst/>
            <a:gdLst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35213 w 8748713"/>
              <a:gd name="connsiteY3" fmla="*/ 54000 h 54000"/>
              <a:gd name="connsiteX4" fmla="*/ 0 w 8748713"/>
              <a:gd name="connsiteY4" fmla="*/ 54000 h 54000"/>
              <a:gd name="connsiteX0" fmla="*/ 0 w 8748713"/>
              <a:gd name="connsiteY0" fmla="*/ 54000 h 54000"/>
              <a:gd name="connsiteX1" fmla="*/ 13500 w 8748713"/>
              <a:gd name="connsiteY1" fmla="*/ 0 h 54000"/>
              <a:gd name="connsiteX2" fmla="*/ 8748713 w 8748713"/>
              <a:gd name="connsiteY2" fmla="*/ 0 h 54000"/>
              <a:gd name="connsiteX3" fmla="*/ 8716163 w 8748713"/>
              <a:gd name="connsiteY3" fmla="*/ 54000 h 54000"/>
              <a:gd name="connsiteX4" fmla="*/ 0 w 8748713"/>
              <a:gd name="connsiteY4" fmla="*/ 54000 h 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48713" h="54000">
                <a:moveTo>
                  <a:pt x="0" y="54000"/>
                </a:moveTo>
                <a:lnTo>
                  <a:pt x="13500" y="0"/>
                </a:lnTo>
                <a:lnTo>
                  <a:pt x="8748713" y="0"/>
                </a:lnTo>
                <a:lnTo>
                  <a:pt x="8716163" y="54000"/>
                </a:lnTo>
                <a:lnTo>
                  <a:pt x="0" y="54000"/>
                </a:lnTo>
                <a:close/>
              </a:path>
            </a:pathLst>
          </a:custGeom>
          <a:gradFill>
            <a:gsLst>
              <a:gs pos="0">
                <a:srgbClr val="1C3541"/>
              </a:gs>
              <a:gs pos="71000">
                <a:srgbClr val="3D5D89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Elemento grafico 12">
            <a:extLst>
              <a:ext uri="{FF2B5EF4-FFF2-40B4-BE49-F238E27FC236}">
                <a16:creationId xmlns:a16="http://schemas.microsoft.com/office/drawing/2014/main" id="{FF37CFE0-74E1-426A-3A8E-A080341BD75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69671" y="4764116"/>
            <a:ext cx="787427" cy="282666"/>
          </a:xfrm>
          <a:prstGeom prst="rect">
            <a:avLst/>
          </a:prstGeom>
        </p:spPr>
      </p:pic>
      <p:pic>
        <p:nvPicPr>
          <p:cNvPr id="13" name="Elemento grafico 12">
            <a:extLst>
              <a:ext uri="{FF2B5EF4-FFF2-40B4-BE49-F238E27FC236}">
                <a16:creationId xmlns:a16="http://schemas.microsoft.com/office/drawing/2014/main" id="{B37990A3-E0A4-5F6D-85D6-D001FA952A8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12983" y="4775147"/>
            <a:ext cx="1285805" cy="2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50" r:id="rId4"/>
    <p:sldLayoutId id="2147483662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342900" rtl="0" eaLnBrk="1" latinLnBrk="0" hangingPunct="1">
        <a:spcBef>
          <a:spcPct val="0"/>
        </a:spcBef>
        <a:buNone/>
        <a:defRPr sz="2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1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1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Hello, world.</a:t>
            </a:r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4294967295"/>
          </p:nvPr>
        </p:nvSpPr>
        <p:spPr>
          <a:xfrm>
            <a:off x="722313" y="2180035"/>
            <a:ext cx="7772400" cy="1125140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900" dirty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f388988b-4d1e-4dd8-9be1-c24250b79f5d}" enabled="1" method="Standard" siteId="{8c5c6269-8307-4f2e-959c-df03fffca4b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Gill Sans MT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matteo.larcher@idvgroup.com</dc:creator>
  <cp:lastModifiedBy>Larcher, Matteo</cp:lastModifiedBy>
  <cp:revision>23</cp:revision>
  <dcterms:created xsi:type="dcterms:W3CDTF">2017-06-05T14:10:58Z</dcterms:created>
  <dcterms:modified xsi:type="dcterms:W3CDTF">2026-02-08T15:39:50Z</dcterms:modified>
</cp:coreProperties>
</file>